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48" r:id="rId1"/>
  </p:sldMasterIdLst>
  <p:notesMasterIdLst>
    <p:notesMasterId r:id="rId17"/>
  </p:notesMasterIdLst>
  <p:sldIdLst>
    <p:sldId id="256" r:id="rId2"/>
    <p:sldId id="266" r:id="rId3"/>
    <p:sldId id="258" r:id="rId4"/>
    <p:sldId id="265" r:id="rId5"/>
    <p:sldId id="260" r:id="rId6"/>
    <p:sldId id="259" r:id="rId7"/>
    <p:sldId id="267" r:id="rId8"/>
    <p:sldId id="262" r:id="rId9"/>
    <p:sldId id="270" r:id="rId10"/>
    <p:sldId id="271" r:id="rId11"/>
    <p:sldId id="272" r:id="rId12"/>
    <p:sldId id="264" r:id="rId13"/>
    <p:sldId id="269" r:id="rId14"/>
    <p:sldId id="268" r:id="rId15"/>
    <p:sldId id="273" r:id="rId16"/>
  </p:sldIdLst>
  <p:sldSz cx="9144000" cy="5143500" type="screen16x9"/>
  <p:notesSz cx="5143500" cy="9144000"/>
  <p:embeddedFontLst>
    <p:embeddedFont>
      <p:font typeface="Britannic Bold" panose="020B0903060703020204" pitchFamily="34" charset="0"/>
      <p:regular r:id="rId1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00"/>
    <a:srgbClr val="6D8B31"/>
    <a:srgbClr val="DBEAD1"/>
    <a:srgbClr val="FBF9F5"/>
    <a:srgbClr val="D8E9CD"/>
    <a:srgbClr val="FFFFFF"/>
    <a:srgbClr val="FBF9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5221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D2F69-66F0-1236-4F8F-3825E2A16A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5BFFB-92D5-5C8E-4FAB-2C6A3EE409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FA93A0-6523-D276-25FF-FE8D4B1E6B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7A35DD-AF94-CC66-FF80-DF7391499D3A}"/>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396901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516C0-FCA6-B8C9-B742-CE7E9B3439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A97DC1-EBDD-4BE9-A2D9-38882F1774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34305-A584-C818-70DF-45281258DC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789049-68F0-E6A4-13F4-46927E63B4F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3492222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31E5E-DB0A-A295-FCFA-B81BCDB435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D7883F-A2AC-29E7-39E8-7881757553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197F5B-A39C-3EE4-84AD-4AA5A3D000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224A55-BDF3-11A2-FC2A-88AF1F5772A1}"/>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3457611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5EC82-645E-0C51-8298-961C894FE2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7B5C14-E2F6-F068-CD1A-27A8ACAC0D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0D3CB0-080A-58CD-78D0-4DD93FDEB2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352FA7-225B-E32C-48A1-DAAFBCE1AED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245495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13DC2-327F-1164-5BBB-A9714F48AE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9CCAB6-98E7-6E1F-B1C5-A8B7D39F99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A1C756-3053-6CF5-4184-167240577D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22E15E-A096-73FA-997B-C45777A86F97}"/>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679972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4DFB3-B6CF-82BE-D64B-97AF549E25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842A61-036C-2C15-B215-F936AB4442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8BC0C-F1A0-C019-4D03-33F222A623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BBD53B-895B-5B87-B1C2-F9F6E373DE3A}"/>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2992011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655D0-A6EE-FF3F-8F8C-10E03B09D4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392BFF-B8F2-2CFD-FE48-212B3EAB7C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AA9280-93B2-3F23-4FE3-7FBE187AE1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DFE8EA-2F84-3B7C-7CCD-C7A13658C695}"/>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704492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8072358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5796282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922049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0406721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3301858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8628962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980505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3864072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8105694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4631985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7873033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40442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3475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0497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89875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02661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53931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2206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6/2/2026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480185301"/>
      </p:ext>
    </p:extLst>
  </p:cSld>
  <p:clrMap bg1="dk1" tx1="lt1" bg2="dk2" tx2="lt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2" r:id="rId13"/>
    <p:sldLayoutId id="2147483763" r:id="rId14"/>
    <p:sldLayoutId id="2147483764" r:id="rId15"/>
    <p:sldLayoutId id="2147483766" r:id="rId16"/>
    <p:sldLayoutId id="2147483768" r:id="rId17"/>
    <p:sldLayoutId id="2147483769" r:id="rId18"/>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6.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7.xml"/><Relationship Id="rId6" Type="http://schemas.openxmlformats.org/officeDocument/2006/relationships/image" Target="../media/image23.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7.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1.png"/><Relationship Id="rId9" Type="http://schemas.openxmlformats.org/officeDocument/2006/relationships/image" Target="../media/image32.png"/></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52A8E5-8874-C9B7-2DD4-8AC0D20631E1}"/>
              </a:ext>
            </a:extLst>
          </p:cNvPr>
          <p:cNvSpPr txBox="1"/>
          <p:nvPr/>
        </p:nvSpPr>
        <p:spPr>
          <a:xfrm>
            <a:off x="4354184" y="1279088"/>
            <a:ext cx="3987958" cy="1292662"/>
          </a:xfrm>
          <a:prstGeom prst="rect">
            <a:avLst/>
          </a:prstGeom>
          <a:noFill/>
        </p:spPr>
        <p:txBody>
          <a:bodyPr wrap="square" rtlCol="0">
            <a:spAutoFit/>
          </a:bodyPr>
          <a:lstStyle/>
          <a:p>
            <a:r>
              <a:rPr lang="en-US" sz="6000" b="1" dirty="0" err="1">
                <a:solidFill>
                  <a:srgbClr val="CC9900"/>
                </a:solidFill>
                <a:latin typeface="Britannic Bold" panose="020B0903060703020204" pitchFamily="34" charset="0"/>
              </a:rPr>
              <a:t>HomeBase</a:t>
            </a:r>
            <a:br>
              <a:rPr lang="en-US" dirty="0">
                <a:latin typeface="Britannic Bold" panose="020B0903060703020204" pitchFamily="34" charset="0"/>
              </a:rPr>
            </a:br>
            <a:endParaRPr lang="en-IL" dirty="0">
              <a:latin typeface="Britannic Bold" panose="020B0903060703020204" pitchFamily="34" charset="0"/>
            </a:endParaRPr>
          </a:p>
        </p:txBody>
      </p:sp>
      <p:sp>
        <p:nvSpPr>
          <p:cNvPr id="10" name="Rectangle 2">
            <a:extLst>
              <a:ext uri="{FF2B5EF4-FFF2-40B4-BE49-F238E27FC236}">
                <a16:creationId xmlns:a16="http://schemas.microsoft.com/office/drawing/2014/main" id="{4ADF5088-64C9-F85A-3C2D-BC689C45F426}"/>
              </a:ext>
            </a:extLst>
          </p:cNvPr>
          <p:cNvSpPr>
            <a:spLocks noChangeArrowheads="1"/>
          </p:cNvSpPr>
          <p:nvPr/>
        </p:nvSpPr>
        <p:spPr bwMode="auto">
          <a:xfrm>
            <a:off x="3573194" y="2101268"/>
            <a:ext cx="533030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L" altLang="en-IL" sz="1400" b="1" i="0" u="none" strike="noStrike" cap="none" normalizeH="0" baseline="0" dirty="0">
                <a:ln>
                  <a:noFill/>
                </a:ln>
                <a:solidFill>
                  <a:schemeClr val="tx1"/>
                </a:solidFill>
                <a:effectLst/>
                <a:latin typeface="Arial" panose="020B0604020202020204" pitchFamily="34" charset="0"/>
              </a:rPr>
              <a:t>Connecting lone soldiers to support, information, and home.</a:t>
            </a:r>
            <a:endParaRPr kumimoji="0" lang="en-IL" altLang="en-IL" sz="14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B7440A3D-421D-3B0C-1321-FCCBBC1957DD}"/>
              </a:ext>
            </a:extLst>
          </p:cNvPr>
          <p:cNvSpPr txBox="1"/>
          <p:nvPr/>
        </p:nvSpPr>
        <p:spPr>
          <a:xfrm>
            <a:off x="3683011" y="4718345"/>
            <a:ext cx="5330304" cy="738664"/>
          </a:xfrm>
          <a:prstGeom prst="rect">
            <a:avLst/>
          </a:prstGeom>
          <a:noFill/>
        </p:spPr>
        <p:txBody>
          <a:bodyPr wrap="square" rtlCol="0">
            <a:spAutoFit/>
          </a:bodyPr>
          <a:lstStyle/>
          <a:p>
            <a:pPr algn="ctr"/>
            <a:r>
              <a:rPr lang="en-US" sz="1400" b="1" dirty="0">
                <a:solidFill>
                  <a:srgbClr val="CC9900"/>
                </a:solidFill>
                <a:latin typeface="Britannic Bold" panose="020B0903060703020204" pitchFamily="34" charset="0"/>
              </a:rPr>
              <a:t>Hen </a:t>
            </a:r>
            <a:r>
              <a:rPr lang="en-US" sz="1400" b="1" dirty="0" err="1">
                <a:solidFill>
                  <a:srgbClr val="CC9900"/>
                </a:solidFill>
                <a:latin typeface="Britannic Bold" panose="020B0903060703020204" pitchFamily="34" charset="0"/>
              </a:rPr>
              <a:t>Golyan</a:t>
            </a:r>
            <a:endParaRPr lang="en-US" sz="1400" b="1" dirty="0">
              <a:solidFill>
                <a:srgbClr val="CC9900"/>
              </a:solidFill>
              <a:latin typeface="Britannic Bold" panose="020B0903060703020204" pitchFamily="34" charset="0"/>
            </a:endParaRPr>
          </a:p>
          <a:p>
            <a:pPr algn="ctr"/>
            <a:br>
              <a:rPr lang="en-US" sz="1400" dirty="0">
                <a:latin typeface="Britannic Bold" panose="020B0903060703020204" pitchFamily="34" charset="0"/>
              </a:rPr>
            </a:br>
            <a:endParaRPr lang="en-IL" sz="1400" dirty="0">
              <a:latin typeface="Britannic Bold" panose="020B0903060703020204" pitchFamily="34" charset="0"/>
            </a:endParaRPr>
          </a:p>
        </p:txBody>
      </p:sp>
      <p:pic>
        <p:nvPicPr>
          <p:cNvPr id="4" name="תמונה 3">
            <a:extLst>
              <a:ext uri="{FF2B5EF4-FFF2-40B4-BE49-F238E27FC236}">
                <a16:creationId xmlns:a16="http://schemas.microsoft.com/office/drawing/2014/main" id="{595226DF-1A59-9DE6-8E5B-0003CD5BECBD}"/>
              </a:ext>
            </a:extLst>
          </p:cNvPr>
          <p:cNvPicPr>
            <a:picLocks noChangeAspect="1"/>
          </p:cNvPicPr>
          <p:nvPr/>
        </p:nvPicPr>
        <p:blipFill>
          <a:blip r:embed="rId3"/>
          <a:stretch>
            <a:fillRect/>
          </a:stretch>
        </p:blipFill>
        <p:spPr>
          <a:xfrm>
            <a:off x="0" y="0"/>
            <a:ext cx="3431234"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67086-7D14-39E6-BE19-69BB1286845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0996E8D-A994-26C0-6F28-DD6C26C96A1E}"/>
              </a:ext>
            </a:extLst>
          </p:cNvPr>
          <p:cNvSpPr txBox="1"/>
          <p:nvPr/>
        </p:nvSpPr>
        <p:spPr>
          <a:xfrm>
            <a:off x="263886" y="0"/>
            <a:ext cx="3987958" cy="1292662"/>
          </a:xfrm>
          <a:prstGeom prst="rect">
            <a:avLst/>
          </a:prstGeom>
          <a:noFill/>
        </p:spPr>
        <p:txBody>
          <a:bodyPr wrap="square" rtlCol="0">
            <a:spAutoFit/>
          </a:bodyPr>
          <a:lstStyle/>
          <a:p>
            <a:r>
              <a:rPr lang="en-US" sz="6000" b="1" dirty="0">
                <a:solidFill>
                  <a:srgbClr val="CC9900"/>
                </a:solidFill>
                <a:latin typeface="Britannic Bold" panose="020B0903060703020204" pitchFamily="34" charset="0"/>
              </a:rPr>
              <a:t>About Us</a:t>
            </a:r>
            <a:br>
              <a:rPr lang="en-US" dirty="0">
                <a:latin typeface="Britannic Bold" panose="020B0903060703020204" pitchFamily="34" charset="0"/>
              </a:rPr>
            </a:br>
            <a:endParaRPr lang="en-IL" dirty="0">
              <a:latin typeface="Britannic Bold" panose="020B0903060703020204" pitchFamily="34" charset="0"/>
            </a:endParaRPr>
          </a:p>
        </p:txBody>
      </p:sp>
      <p:pic>
        <p:nvPicPr>
          <p:cNvPr id="4" name="Picture 3">
            <a:extLst>
              <a:ext uri="{FF2B5EF4-FFF2-40B4-BE49-F238E27FC236}">
                <a16:creationId xmlns:a16="http://schemas.microsoft.com/office/drawing/2014/main" id="{360C0926-A5A1-5B1B-E550-2703AAA9C733}"/>
              </a:ext>
            </a:extLst>
          </p:cNvPr>
          <p:cNvPicPr>
            <a:picLocks noChangeAspect="1"/>
          </p:cNvPicPr>
          <p:nvPr/>
        </p:nvPicPr>
        <p:blipFill>
          <a:blip r:embed="rId3"/>
          <a:srcRect b="6335"/>
          <a:stretch>
            <a:fillRect/>
          </a:stretch>
        </p:blipFill>
        <p:spPr>
          <a:xfrm>
            <a:off x="1302294" y="922020"/>
            <a:ext cx="6539412" cy="4086079"/>
          </a:xfrm>
          <a:prstGeom prst="rect">
            <a:avLst/>
          </a:prstGeom>
        </p:spPr>
      </p:pic>
    </p:spTree>
    <p:extLst>
      <p:ext uri="{BB962C8B-B14F-4D97-AF65-F5344CB8AC3E}">
        <p14:creationId xmlns:p14="http://schemas.microsoft.com/office/powerpoint/2010/main" val="515053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8F00E6B2-DB03-7FD8-23E3-0808B44AE91A}"/>
              </a:ext>
            </a:extLst>
          </p:cNvPr>
          <p:cNvSpPr txBox="1"/>
          <p:nvPr/>
        </p:nvSpPr>
        <p:spPr>
          <a:xfrm>
            <a:off x="1750895" y="72972"/>
            <a:ext cx="5522102" cy="923330"/>
          </a:xfrm>
          <a:prstGeom prst="rect">
            <a:avLst/>
          </a:prstGeom>
          <a:noFill/>
        </p:spPr>
        <p:txBody>
          <a:bodyPr wrap="square" rtlCol="0">
            <a:spAutoFit/>
          </a:bodyPr>
          <a:lstStyle/>
          <a:p>
            <a:r>
              <a:rPr lang="en-US" sz="5400" b="1" dirty="0">
                <a:solidFill>
                  <a:srgbClr val="CC9900"/>
                </a:solidFill>
                <a:latin typeface="Britannic Bold" panose="020B0903060703020204" pitchFamily="34" charset="0"/>
              </a:rPr>
              <a:t>Today’s Solutions</a:t>
            </a:r>
            <a:endParaRPr lang="en-IL" dirty="0">
              <a:latin typeface="Britannic Bold" panose="020B0903060703020204" pitchFamily="34" charset="0"/>
            </a:endParaRPr>
          </a:p>
        </p:txBody>
      </p:sp>
      <p:graphicFrame>
        <p:nvGraphicFramePr>
          <p:cNvPr id="22" name="Table 21">
            <a:extLst>
              <a:ext uri="{FF2B5EF4-FFF2-40B4-BE49-F238E27FC236}">
                <a16:creationId xmlns:a16="http://schemas.microsoft.com/office/drawing/2014/main" id="{34389188-791F-701E-810F-FDD7D3DF148D}"/>
              </a:ext>
            </a:extLst>
          </p:cNvPr>
          <p:cNvGraphicFramePr>
            <a:graphicFrameLocks noGrp="1"/>
          </p:cNvGraphicFramePr>
          <p:nvPr>
            <p:extLst>
              <p:ext uri="{D42A27DB-BD31-4B8C-83A1-F6EECF244321}">
                <p14:modId xmlns:p14="http://schemas.microsoft.com/office/powerpoint/2010/main" val="3642827136"/>
              </p:ext>
            </p:extLst>
          </p:nvPr>
        </p:nvGraphicFramePr>
        <p:xfrm>
          <a:off x="150059" y="1097279"/>
          <a:ext cx="8843881" cy="3566160"/>
        </p:xfrm>
        <a:graphic>
          <a:graphicData uri="http://schemas.openxmlformats.org/drawingml/2006/table">
            <a:tbl>
              <a:tblPr firstRow="1" bandRow="1">
                <a:tableStyleId>{08FB837D-C827-4EFA-A057-4D05807E0F7C}</a:tableStyleId>
              </a:tblPr>
              <a:tblGrid>
                <a:gridCol w="1344640">
                  <a:extLst>
                    <a:ext uri="{9D8B030D-6E8A-4147-A177-3AD203B41FA5}">
                      <a16:colId xmlns:a16="http://schemas.microsoft.com/office/drawing/2014/main" val="2239174287"/>
                    </a:ext>
                  </a:extLst>
                </a:gridCol>
                <a:gridCol w="1037486">
                  <a:extLst>
                    <a:ext uri="{9D8B030D-6E8A-4147-A177-3AD203B41FA5}">
                      <a16:colId xmlns:a16="http://schemas.microsoft.com/office/drawing/2014/main" val="1461035601"/>
                    </a:ext>
                  </a:extLst>
                </a:gridCol>
                <a:gridCol w="1420837">
                  <a:extLst>
                    <a:ext uri="{9D8B030D-6E8A-4147-A177-3AD203B41FA5}">
                      <a16:colId xmlns:a16="http://schemas.microsoft.com/office/drawing/2014/main" val="2574987661"/>
                    </a:ext>
                  </a:extLst>
                </a:gridCol>
                <a:gridCol w="1301261">
                  <a:extLst>
                    <a:ext uri="{9D8B030D-6E8A-4147-A177-3AD203B41FA5}">
                      <a16:colId xmlns:a16="http://schemas.microsoft.com/office/drawing/2014/main" val="309528410"/>
                    </a:ext>
                  </a:extLst>
                </a:gridCol>
                <a:gridCol w="1336431">
                  <a:extLst>
                    <a:ext uri="{9D8B030D-6E8A-4147-A177-3AD203B41FA5}">
                      <a16:colId xmlns:a16="http://schemas.microsoft.com/office/drawing/2014/main" val="1077409417"/>
                    </a:ext>
                  </a:extLst>
                </a:gridCol>
                <a:gridCol w="1139815">
                  <a:extLst>
                    <a:ext uri="{9D8B030D-6E8A-4147-A177-3AD203B41FA5}">
                      <a16:colId xmlns:a16="http://schemas.microsoft.com/office/drawing/2014/main" val="935455185"/>
                    </a:ext>
                  </a:extLst>
                </a:gridCol>
                <a:gridCol w="1263411">
                  <a:extLst>
                    <a:ext uri="{9D8B030D-6E8A-4147-A177-3AD203B41FA5}">
                      <a16:colId xmlns:a16="http://schemas.microsoft.com/office/drawing/2014/main" val="2121750166"/>
                    </a:ext>
                  </a:extLst>
                </a:gridCol>
              </a:tblGrid>
              <a:tr h="713232">
                <a:tc>
                  <a:txBody>
                    <a:bodyPr/>
                    <a:lstStyle/>
                    <a:p>
                      <a:pPr algn="ctr"/>
                      <a:endParaRPr lang="en-IL" b="1" dirty="0"/>
                    </a:p>
                  </a:txBody>
                  <a:tcPr/>
                </a:tc>
                <a:tc>
                  <a:txBody>
                    <a:bodyPr/>
                    <a:lstStyle/>
                    <a:p>
                      <a:pPr algn="ctr"/>
                      <a:r>
                        <a:rPr lang="en-US" b="1" dirty="0"/>
                        <a:t>Language support</a:t>
                      </a:r>
                      <a:endParaRPr lang="en-IL" b="1" dirty="0"/>
                    </a:p>
                  </a:txBody>
                  <a:tcPr/>
                </a:tc>
                <a:tc>
                  <a:txBody>
                    <a:bodyPr/>
                    <a:lstStyle/>
                    <a:p>
                      <a:pPr algn="ctr"/>
                      <a:r>
                        <a:rPr lang="en-US" b="1" dirty="0"/>
                        <a:t>Information Hub</a:t>
                      </a:r>
                      <a:endParaRPr lang="en-IL" b="1" dirty="0"/>
                    </a:p>
                  </a:txBody>
                  <a:tcPr/>
                </a:tc>
                <a:tc>
                  <a:txBody>
                    <a:bodyPr/>
                    <a:lstStyle/>
                    <a:p>
                      <a:pPr algn="ctr"/>
                      <a:r>
                        <a:rPr lang="en-US" b="1" dirty="0"/>
                        <a:t>Personalization</a:t>
                      </a:r>
                      <a:endParaRPr lang="en-IL" b="1" dirty="0"/>
                    </a:p>
                  </a:txBody>
                  <a:tcPr/>
                </a:tc>
                <a:tc>
                  <a:txBody>
                    <a:bodyPr/>
                    <a:lstStyle/>
                    <a:p>
                      <a:pPr algn="ctr"/>
                      <a:r>
                        <a:rPr lang="en-US" b="1" dirty="0"/>
                        <a:t>Location finder</a:t>
                      </a:r>
                      <a:endParaRPr lang="en-IL" b="1" dirty="0"/>
                    </a:p>
                  </a:txBody>
                  <a:tcPr/>
                </a:tc>
                <a:tc>
                  <a:txBody>
                    <a:bodyPr/>
                    <a:lstStyle/>
                    <a:p>
                      <a:pPr algn="ctr"/>
                      <a:r>
                        <a:rPr lang="en-US" b="1" dirty="0"/>
                        <a:t>Focus on target audience</a:t>
                      </a:r>
                      <a:endParaRPr lang="en-IL" b="1" dirty="0"/>
                    </a:p>
                  </a:txBody>
                  <a:tcPr/>
                </a:tc>
                <a:tc>
                  <a:txBody>
                    <a:bodyPr/>
                    <a:lstStyle/>
                    <a:p>
                      <a:pPr algn="ctr"/>
                      <a:r>
                        <a:rPr lang="en-US" b="1" dirty="0"/>
                        <a:t>Community connection</a:t>
                      </a:r>
                      <a:endParaRPr lang="en-IL" b="1" dirty="0"/>
                    </a:p>
                  </a:txBody>
                  <a:tcPr/>
                </a:tc>
                <a:extLst>
                  <a:ext uri="{0D108BD9-81ED-4DB2-BD59-A6C34878D82A}">
                    <a16:rowId xmlns:a16="http://schemas.microsoft.com/office/drawing/2014/main" val="4124020243"/>
                  </a:ext>
                </a:extLst>
              </a:tr>
              <a:tr h="713232">
                <a:tc>
                  <a:txBody>
                    <a:bodyPr/>
                    <a:lstStyle/>
                    <a:p>
                      <a:pPr algn="ctr"/>
                      <a:r>
                        <a:rPr lang="en-IL" sz="1350" b="1" u="none" kern="1200" dirty="0">
                          <a:solidFill>
                            <a:schemeClr val="dk1"/>
                          </a:solidFill>
                          <a:effectLst/>
                          <a:latin typeface="+mn-lt"/>
                          <a:ea typeface="+mn-ea"/>
                          <a:cs typeface="+mn-cs"/>
                        </a:rPr>
                        <a:t>Military OneSource</a:t>
                      </a:r>
                      <a:endParaRPr lang="en-IL" b="1" u="none" dirty="0"/>
                    </a:p>
                  </a:txBody>
                  <a:tcPr/>
                </a:tc>
                <a:tc>
                  <a:txBody>
                    <a:bodyPr/>
                    <a:lstStyle/>
                    <a:p>
                      <a:pPr algn="ctr"/>
                      <a:r>
                        <a:rPr lang="en-US" b="1" dirty="0"/>
                        <a:t>X</a:t>
                      </a:r>
                      <a:endParaRPr lang="en-IL" b="1" dirty="0"/>
                    </a:p>
                  </a:txBody>
                  <a:tcPr/>
                </a:tc>
                <a:tc>
                  <a:txBody>
                    <a:bodyPr/>
                    <a:lstStyle/>
                    <a:p>
                      <a:pPr algn="ctr"/>
                      <a:r>
                        <a:rPr lang="en-US" b="1" dirty="0"/>
                        <a:t>V</a:t>
                      </a:r>
                      <a:endParaRPr lang="en-IL" b="1" dirty="0"/>
                    </a:p>
                  </a:txBody>
                  <a:tcPr/>
                </a:tc>
                <a:tc>
                  <a:txBody>
                    <a:bodyPr/>
                    <a:lstStyle/>
                    <a:p>
                      <a:pPr algn="ctr"/>
                      <a:r>
                        <a:rPr lang="en-US" b="1" dirty="0"/>
                        <a:t>V</a:t>
                      </a:r>
                      <a:endParaRPr lang="en-IL" b="1" dirty="0"/>
                    </a:p>
                  </a:txBody>
                  <a:tcPr/>
                </a:tc>
                <a:tc>
                  <a:txBody>
                    <a:bodyPr/>
                    <a:lstStyle/>
                    <a:p>
                      <a:pPr algn="ctr"/>
                      <a:r>
                        <a:rPr lang="en-US" b="1" dirty="0"/>
                        <a:t>X</a:t>
                      </a:r>
                      <a:endParaRPr lang="en-IL" b="1" dirty="0"/>
                    </a:p>
                  </a:txBody>
                  <a:tcPr/>
                </a:tc>
                <a:tc>
                  <a:txBody>
                    <a:bodyPr/>
                    <a:lstStyle/>
                    <a:p>
                      <a:pPr algn="ctr"/>
                      <a:r>
                        <a:rPr lang="en-US" b="1" dirty="0"/>
                        <a:t>X</a:t>
                      </a:r>
                      <a:endParaRPr lang="en-IL" b="1" dirty="0"/>
                    </a:p>
                  </a:txBody>
                  <a:tcPr/>
                </a:tc>
                <a:tc>
                  <a:txBody>
                    <a:bodyPr/>
                    <a:lstStyle/>
                    <a:p>
                      <a:pPr algn="ctr"/>
                      <a:r>
                        <a:rPr lang="en-US" b="1" dirty="0"/>
                        <a:t>X</a:t>
                      </a:r>
                      <a:endParaRPr lang="en-IL" b="1" dirty="0"/>
                    </a:p>
                  </a:txBody>
                  <a:tcPr/>
                </a:tc>
                <a:extLst>
                  <a:ext uri="{0D108BD9-81ED-4DB2-BD59-A6C34878D82A}">
                    <a16:rowId xmlns:a16="http://schemas.microsoft.com/office/drawing/2014/main" val="1168510630"/>
                  </a:ext>
                </a:extLst>
              </a:tr>
              <a:tr h="713232">
                <a:tc>
                  <a:txBody>
                    <a:bodyPr/>
                    <a:lstStyle/>
                    <a:p>
                      <a:pPr algn="ctr"/>
                      <a:r>
                        <a:rPr lang="en-IL" sz="1350" b="1" u="none" kern="1200" dirty="0">
                          <a:solidFill>
                            <a:schemeClr val="dk1"/>
                          </a:solidFill>
                          <a:effectLst/>
                          <a:latin typeface="+mn-lt"/>
                          <a:ea typeface="+mn-ea"/>
                          <a:cs typeface="+mn-cs"/>
                        </a:rPr>
                        <a:t>The Military App</a:t>
                      </a:r>
                      <a:endParaRPr lang="en-IL" b="1" u="none" dirty="0"/>
                    </a:p>
                  </a:txBody>
                  <a:tcPr/>
                </a:tc>
                <a:tc>
                  <a:txBody>
                    <a:bodyPr/>
                    <a:lstStyle/>
                    <a:p>
                      <a:pPr algn="ctr"/>
                      <a:r>
                        <a:rPr lang="en-US" b="1" dirty="0"/>
                        <a:t>X</a:t>
                      </a:r>
                      <a:endParaRPr lang="en-IL" b="1" dirty="0"/>
                    </a:p>
                  </a:txBody>
                  <a:tcPr/>
                </a:tc>
                <a:tc>
                  <a:txBody>
                    <a:bodyPr/>
                    <a:lstStyle/>
                    <a:p>
                      <a:pPr algn="ctr"/>
                      <a:r>
                        <a:rPr lang="en-US" b="1" dirty="0"/>
                        <a:t>V</a:t>
                      </a:r>
                      <a:endParaRPr lang="en-IL" b="1" dirty="0"/>
                    </a:p>
                  </a:txBody>
                  <a:tcPr/>
                </a:tc>
                <a:tc>
                  <a:txBody>
                    <a:bodyPr/>
                    <a:lstStyle/>
                    <a:p>
                      <a:pPr algn="ctr"/>
                      <a:r>
                        <a:rPr lang="en-US" b="1" dirty="0"/>
                        <a:t>V</a:t>
                      </a:r>
                      <a:endParaRPr lang="en-IL" b="1" dirty="0"/>
                    </a:p>
                  </a:txBody>
                  <a:tcPr/>
                </a:tc>
                <a:tc>
                  <a:txBody>
                    <a:bodyPr/>
                    <a:lstStyle/>
                    <a:p>
                      <a:pPr algn="ctr"/>
                      <a:r>
                        <a:rPr lang="en-US" b="1" dirty="0"/>
                        <a:t>X</a:t>
                      </a:r>
                      <a:endParaRPr lang="en-IL" b="1" dirty="0"/>
                    </a:p>
                  </a:txBody>
                  <a:tcPr/>
                </a:tc>
                <a:tc>
                  <a:txBody>
                    <a:bodyPr/>
                    <a:lstStyle/>
                    <a:p>
                      <a:pPr algn="ctr"/>
                      <a:r>
                        <a:rPr lang="en-US" b="1" dirty="0"/>
                        <a:t>V</a:t>
                      </a:r>
                      <a:endParaRPr lang="en-IL" b="1" dirty="0"/>
                    </a:p>
                  </a:txBody>
                  <a:tcPr/>
                </a:tc>
                <a:tc>
                  <a:txBody>
                    <a:bodyPr/>
                    <a:lstStyle/>
                    <a:p>
                      <a:pPr algn="ctr"/>
                      <a:r>
                        <a:rPr lang="en-US" b="1" dirty="0"/>
                        <a:t>V</a:t>
                      </a:r>
                      <a:endParaRPr lang="en-IL" b="1" dirty="0"/>
                    </a:p>
                  </a:txBody>
                  <a:tcPr/>
                </a:tc>
                <a:extLst>
                  <a:ext uri="{0D108BD9-81ED-4DB2-BD59-A6C34878D82A}">
                    <a16:rowId xmlns:a16="http://schemas.microsoft.com/office/drawing/2014/main" val="3984911373"/>
                  </a:ext>
                </a:extLst>
              </a:tr>
              <a:tr h="71323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350" b="1" u="none" kern="1200" dirty="0">
                          <a:solidFill>
                            <a:schemeClr val="dk1"/>
                          </a:solidFill>
                          <a:effectLst/>
                          <a:latin typeface="+mn-lt"/>
                          <a:ea typeface="+mn-ea"/>
                          <a:cs typeface="+mn-cs"/>
                        </a:rPr>
                        <a:t>Hero Care</a:t>
                      </a:r>
                      <a:endParaRPr lang="en-IL" sz="1350" b="1" u="none" kern="1200" dirty="0">
                        <a:solidFill>
                          <a:schemeClr val="dk1"/>
                        </a:solidFill>
                        <a:effectLst/>
                        <a:latin typeface="+mn-lt"/>
                        <a:ea typeface="+mn-ea"/>
                        <a:cs typeface="+mn-cs"/>
                      </a:endParaRPr>
                    </a:p>
                    <a:p>
                      <a:pPr algn="ctr"/>
                      <a:endParaRPr lang="en-IL" b="1" u="none" dirty="0"/>
                    </a:p>
                  </a:txBody>
                  <a:tcPr/>
                </a:tc>
                <a:tc>
                  <a:txBody>
                    <a:bodyPr/>
                    <a:lstStyle/>
                    <a:p>
                      <a:pPr algn="ctr"/>
                      <a:r>
                        <a:rPr lang="en-US" b="1" dirty="0"/>
                        <a:t>X</a:t>
                      </a:r>
                      <a:endParaRPr lang="en-IL" b="1" dirty="0"/>
                    </a:p>
                  </a:txBody>
                  <a:tcPr/>
                </a:tc>
                <a:tc>
                  <a:txBody>
                    <a:bodyPr/>
                    <a:lstStyle/>
                    <a:p>
                      <a:pPr algn="ctr"/>
                      <a:r>
                        <a:rPr lang="en-US" b="1" dirty="0"/>
                        <a:t>X</a:t>
                      </a:r>
                      <a:endParaRPr lang="en-IL" b="1" dirty="0"/>
                    </a:p>
                  </a:txBody>
                  <a:tcPr/>
                </a:tc>
                <a:tc>
                  <a:txBody>
                    <a:bodyPr/>
                    <a:lstStyle/>
                    <a:p>
                      <a:pPr algn="ctr"/>
                      <a:r>
                        <a:rPr lang="en-US" b="1" dirty="0"/>
                        <a:t>X</a:t>
                      </a:r>
                      <a:endParaRPr lang="en-IL" b="1" dirty="0"/>
                    </a:p>
                  </a:txBody>
                  <a:tcPr/>
                </a:tc>
                <a:tc>
                  <a:txBody>
                    <a:bodyPr/>
                    <a:lstStyle/>
                    <a:p>
                      <a:pPr algn="ctr"/>
                      <a:r>
                        <a:rPr lang="en-US" b="1" dirty="0"/>
                        <a:t>X</a:t>
                      </a:r>
                      <a:endParaRPr lang="en-IL" b="1" dirty="0"/>
                    </a:p>
                  </a:txBody>
                  <a:tcPr/>
                </a:tc>
                <a:tc>
                  <a:txBody>
                    <a:bodyPr/>
                    <a:lstStyle/>
                    <a:p>
                      <a:pPr algn="ctr"/>
                      <a:r>
                        <a:rPr lang="en-US" b="1" dirty="0"/>
                        <a:t>X</a:t>
                      </a:r>
                      <a:endParaRPr lang="en-IL" b="1" dirty="0"/>
                    </a:p>
                  </a:txBody>
                  <a:tcPr/>
                </a:tc>
                <a:tc>
                  <a:txBody>
                    <a:bodyPr/>
                    <a:lstStyle/>
                    <a:p>
                      <a:pPr algn="ctr"/>
                      <a:r>
                        <a:rPr lang="en-US" b="1" dirty="0"/>
                        <a:t>X</a:t>
                      </a:r>
                      <a:endParaRPr lang="en-IL" b="1" dirty="0"/>
                    </a:p>
                  </a:txBody>
                  <a:tcPr/>
                </a:tc>
                <a:extLst>
                  <a:ext uri="{0D108BD9-81ED-4DB2-BD59-A6C34878D82A}">
                    <a16:rowId xmlns:a16="http://schemas.microsoft.com/office/drawing/2014/main" val="3918185948"/>
                  </a:ext>
                </a:extLst>
              </a:tr>
              <a:tr h="713232">
                <a:tc>
                  <a:txBody>
                    <a:bodyPr/>
                    <a:lstStyle/>
                    <a:p>
                      <a:pPr algn="ctr"/>
                      <a:r>
                        <a:rPr lang="en-US" b="1" u="none" dirty="0" err="1"/>
                        <a:t>HomeBase</a:t>
                      </a:r>
                      <a:endParaRPr lang="en-IL" b="1" u="none" dirty="0"/>
                    </a:p>
                  </a:txBody>
                  <a:tcPr/>
                </a:tc>
                <a:tc>
                  <a:txBody>
                    <a:bodyPr/>
                    <a:lstStyle/>
                    <a:p>
                      <a:pPr algn="ctr"/>
                      <a:r>
                        <a:rPr lang="en-US" b="1" dirty="0"/>
                        <a:t>V</a:t>
                      </a:r>
                      <a:endParaRPr lang="en-IL" b="1" dirty="0"/>
                    </a:p>
                  </a:txBody>
                  <a:tcPr/>
                </a:tc>
                <a:tc>
                  <a:txBody>
                    <a:bodyPr/>
                    <a:lstStyle/>
                    <a:p>
                      <a:pPr algn="ctr"/>
                      <a:r>
                        <a:rPr lang="en-US" b="1" dirty="0"/>
                        <a:t>V</a:t>
                      </a:r>
                      <a:endParaRPr lang="en-IL" b="1" dirty="0"/>
                    </a:p>
                  </a:txBody>
                  <a:tcPr/>
                </a:tc>
                <a:tc>
                  <a:txBody>
                    <a:bodyPr/>
                    <a:lstStyle/>
                    <a:p>
                      <a:pPr algn="ctr"/>
                      <a:r>
                        <a:rPr lang="en-US" b="1" dirty="0"/>
                        <a:t>V</a:t>
                      </a:r>
                      <a:endParaRPr lang="en-IL" b="1" dirty="0"/>
                    </a:p>
                  </a:txBody>
                  <a:tcPr/>
                </a:tc>
                <a:tc>
                  <a:txBody>
                    <a:bodyPr/>
                    <a:lstStyle/>
                    <a:p>
                      <a:pPr algn="ctr"/>
                      <a:r>
                        <a:rPr lang="en-US" b="1" dirty="0"/>
                        <a:t>V</a:t>
                      </a:r>
                      <a:endParaRPr lang="en-IL" b="1" dirty="0"/>
                    </a:p>
                  </a:txBody>
                  <a:tcPr/>
                </a:tc>
                <a:tc>
                  <a:txBody>
                    <a:bodyPr/>
                    <a:lstStyle/>
                    <a:p>
                      <a:pPr algn="ctr"/>
                      <a:r>
                        <a:rPr lang="en-US" b="1" dirty="0"/>
                        <a:t>V</a:t>
                      </a:r>
                      <a:endParaRPr lang="en-IL" b="1" dirty="0"/>
                    </a:p>
                  </a:txBody>
                  <a:tcPr/>
                </a:tc>
                <a:tc>
                  <a:txBody>
                    <a:bodyPr/>
                    <a:lstStyle/>
                    <a:p>
                      <a:pPr algn="ctr"/>
                      <a:r>
                        <a:rPr lang="en-US" b="1" dirty="0"/>
                        <a:t>V</a:t>
                      </a:r>
                      <a:endParaRPr lang="en-IL" b="1" dirty="0"/>
                    </a:p>
                  </a:txBody>
                  <a:tcPr/>
                </a:tc>
                <a:extLst>
                  <a:ext uri="{0D108BD9-81ED-4DB2-BD59-A6C34878D82A}">
                    <a16:rowId xmlns:a16="http://schemas.microsoft.com/office/drawing/2014/main" val="341316904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11" name="Shape 8"/>
          <p:cNvSpPr/>
          <p:nvPr/>
        </p:nvSpPr>
        <p:spPr>
          <a:xfrm>
            <a:off x="3742081" y="1589174"/>
            <a:ext cx="5173161" cy="447198"/>
          </a:xfrm>
          <a:prstGeom prst="roundRect">
            <a:avLst>
              <a:gd name="adj" fmla="val 7205"/>
            </a:avLst>
          </a:prstGeom>
          <a:solidFill>
            <a:schemeClr val="accent2">
              <a:lumMod val="60000"/>
              <a:lumOff val="40000"/>
            </a:schemeClr>
          </a:solidFill>
          <a:ln w="4763">
            <a:solidFill>
              <a:srgbClr val="C8C9CF"/>
            </a:solidFill>
            <a:prstDash val="solid"/>
          </a:ln>
        </p:spPr>
        <p:txBody>
          <a:bodyPr/>
          <a:lstStyle/>
          <a:p>
            <a:r>
              <a:rPr lang="en-US" dirty="0">
                <a:solidFill>
                  <a:schemeClr val="bg1">
                    <a:lumMod val="75000"/>
                  </a:schemeClr>
                </a:solidFill>
              </a:rPr>
              <a:t>Multiple Language Support</a:t>
            </a:r>
            <a:endParaRPr lang="en-IL" b="1" dirty="0">
              <a:ln w="22225">
                <a:solidFill>
                  <a:schemeClr val="accent2"/>
                </a:solidFill>
                <a:prstDash val="solid"/>
              </a:ln>
              <a:solidFill>
                <a:schemeClr val="bg1">
                  <a:lumMod val="75000"/>
                </a:schemeClr>
              </a:solidFill>
            </a:endParaRPr>
          </a:p>
        </p:txBody>
      </p:sp>
      <p:pic>
        <p:nvPicPr>
          <p:cNvPr id="15" name="Image 0" descr="preencoded.png">
            <a:extLst>
              <a:ext uri="{FF2B5EF4-FFF2-40B4-BE49-F238E27FC236}">
                <a16:creationId xmlns:a16="http://schemas.microsoft.com/office/drawing/2014/main" id="{09803BE9-14C7-503F-2B8B-77CB6B328E6C}"/>
              </a:ext>
            </a:extLst>
          </p:cNvPr>
          <p:cNvPicPr>
            <a:picLocks noChangeAspect="1"/>
          </p:cNvPicPr>
          <p:nvPr/>
        </p:nvPicPr>
        <p:blipFill>
          <a:blip r:embed="rId3"/>
          <a:srcRect l="684" r="238"/>
          <a:stretch>
            <a:fillRect/>
          </a:stretch>
        </p:blipFill>
        <p:spPr>
          <a:xfrm>
            <a:off x="-28061" y="0"/>
            <a:ext cx="3397348" cy="5143500"/>
          </a:xfrm>
          <a:prstGeom prst="rect">
            <a:avLst/>
          </a:prstGeom>
        </p:spPr>
      </p:pic>
      <p:sp>
        <p:nvSpPr>
          <p:cNvPr id="17" name="TextBox 16">
            <a:extLst>
              <a:ext uri="{FF2B5EF4-FFF2-40B4-BE49-F238E27FC236}">
                <a16:creationId xmlns:a16="http://schemas.microsoft.com/office/drawing/2014/main" id="{C67BCEA0-D42D-A1EA-470E-7D26DD7E8C0A}"/>
              </a:ext>
            </a:extLst>
          </p:cNvPr>
          <p:cNvSpPr txBox="1"/>
          <p:nvPr/>
        </p:nvSpPr>
        <p:spPr>
          <a:xfrm>
            <a:off x="3497388" y="118999"/>
            <a:ext cx="5522102" cy="1323439"/>
          </a:xfrm>
          <a:prstGeom prst="rect">
            <a:avLst/>
          </a:prstGeom>
          <a:noFill/>
        </p:spPr>
        <p:txBody>
          <a:bodyPr wrap="square" rtlCol="0">
            <a:spAutoFit/>
          </a:bodyPr>
          <a:lstStyle/>
          <a:p>
            <a:pPr algn="ctr"/>
            <a:r>
              <a:rPr lang="en-US" sz="4000" b="1" dirty="0">
                <a:solidFill>
                  <a:srgbClr val="CC9900"/>
                </a:solidFill>
                <a:latin typeface="Britannic Bold" panose="020B0903060703020204" pitchFamily="34" charset="0"/>
              </a:rPr>
              <a:t>What Makes </a:t>
            </a:r>
            <a:r>
              <a:rPr lang="en-US" sz="4000" b="1" dirty="0" err="1">
                <a:solidFill>
                  <a:srgbClr val="CC9900"/>
                </a:solidFill>
                <a:latin typeface="Britannic Bold" panose="020B0903060703020204" pitchFamily="34" charset="0"/>
              </a:rPr>
              <a:t>HomeBase</a:t>
            </a:r>
            <a:r>
              <a:rPr lang="en-US" sz="4000" b="1" dirty="0">
                <a:solidFill>
                  <a:srgbClr val="CC9900"/>
                </a:solidFill>
                <a:latin typeface="Britannic Bold" panose="020B0903060703020204" pitchFamily="34" charset="0"/>
              </a:rPr>
              <a:t> Unique?</a:t>
            </a:r>
          </a:p>
        </p:txBody>
      </p:sp>
      <p:sp>
        <p:nvSpPr>
          <p:cNvPr id="20" name="Shape 8">
            <a:extLst>
              <a:ext uri="{FF2B5EF4-FFF2-40B4-BE49-F238E27FC236}">
                <a16:creationId xmlns:a16="http://schemas.microsoft.com/office/drawing/2014/main" id="{971702C1-C69A-0A71-AE81-4630E5828C29}"/>
              </a:ext>
            </a:extLst>
          </p:cNvPr>
          <p:cNvSpPr/>
          <p:nvPr/>
        </p:nvSpPr>
        <p:spPr>
          <a:xfrm>
            <a:off x="3742081" y="2146955"/>
            <a:ext cx="5173161" cy="447198"/>
          </a:xfrm>
          <a:prstGeom prst="roundRect">
            <a:avLst>
              <a:gd name="adj" fmla="val 7205"/>
            </a:avLst>
          </a:prstGeom>
          <a:solidFill>
            <a:schemeClr val="accent2">
              <a:lumMod val="60000"/>
              <a:lumOff val="40000"/>
            </a:schemeClr>
          </a:solidFill>
          <a:ln w="4763">
            <a:solidFill>
              <a:srgbClr val="C8C9CF"/>
            </a:solidFill>
            <a:prstDash val="solid"/>
          </a:ln>
        </p:spPr>
        <p:txBody>
          <a:bodyPr/>
          <a:lstStyle/>
          <a:p>
            <a:r>
              <a:rPr lang="en-US" dirty="0">
                <a:solidFill>
                  <a:schemeClr val="bg1">
                    <a:lumMod val="75000"/>
                  </a:schemeClr>
                </a:solidFill>
              </a:rPr>
              <a:t>Organization-Based Information</a:t>
            </a:r>
            <a:endParaRPr lang="en-IL" dirty="0">
              <a:ln w="22225">
                <a:solidFill>
                  <a:schemeClr val="accent2"/>
                </a:solidFill>
                <a:prstDash val="solid"/>
              </a:ln>
              <a:solidFill>
                <a:schemeClr val="bg1">
                  <a:lumMod val="75000"/>
                </a:schemeClr>
              </a:solidFill>
            </a:endParaRPr>
          </a:p>
        </p:txBody>
      </p:sp>
      <p:sp>
        <p:nvSpPr>
          <p:cNvPr id="21" name="Shape 8">
            <a:extLst>
              <a:ext uri="{FF2B5EF4-FFF2-40B4-BE49-F238E27FC236}">
                <a16:creationId xmlns:a16="http://schemas.microsoft.com/office/drawing/2014/main" id="{80FD1079-8860-6DDC-D37B-7B881EB59E83}"/>
              </a:ext>
            </a:extLst>
          </p:cNvPr>
          <p:cNvSpPr/>
          <p:nvPr/>
        </p:nvSpPr>
        <p:spPr>
          <a:xfrm>
            <a:off x="3742080" y="2699661"/>
            <a:ext cx="5173161" cy="447198"/>
          </a:xfrm>
          <a:prstGeom prst="roundRect">
            <a:avLst>
              <a:gd name="adj" fmla="val 7205"/>
            </a:avLst>
          </a:prstGeom>
          <a:solidFill>
            <a:schemeClr val="accent2">
              <a:lumMod val="60000"/>
              <a:lumOff val="40000"/>
            </a:schemeClr>
          </a:solidFill>
          <a:ln w="4763">
            <a:solidFill>
              <a:srgbClr val="C8C9CF"/>
            </a:solidFill>
            <a:prstDash val="solid"/>
          </a:ln>
        </p:spPr>
        <p:txBody>
          <a:bodyPr/>
          <a:lstStyle/>
          <a:p>
            <a:r>
              <a:rPr lang="en-US" dirty="0">
                <a:solidFill>
                  <a:schemeClr val="bg1">
                    <a:lumMod val="75000"/>
                  </a:schemeClr>
                </a:solidFill>
              </a:rPr>
              <a:t>Personal User Preferences</a:t>
            </a:r>
            <a:endParaRPr lang="en-IL" b="1" dirty="0">
              <a:ln w="22225">
                <a:solidFill>
                  <a:schemeClr val="accent2"/>
                </a:solidFill>
                <a:prstDash val="solid"/>
              </a:ln>
              <a:solidFill>
                <a:schemeClr val="bg1">
                  <a:lumMod val="75000"/>
                </a:schemeClr>
              </a:solidFill>
            </a:endParaRPr>
          </a:p>
        </p:txBody>
      </p:sp>
      <p:sp>
        <p:nvSpPr>
          <p:cNvPr id="22" name="Shape 8">
            <a:extLst>
              <a:ext uri="{FF2B5EF4-FFF2-40B4-BE49-F238E27FC236}">
                <a16:creationId xmlns:a16="http://schemas.microsoft.com/office/drawing/2014/main" id="{E772C248-BCE4-DE2E-A3C0-33A8CC6026E0}"/>
              </a:ext>
            </a:extLst>
          </p:cNvPr>
          <p:cNvSpPr/>
          <p:nvPr/>
        </p:nvSpPr>
        <p:spPr>
          <a:xfrm>
            <a:off x="3742081" y="3257442"/>
            <a:ext cx="5173161" cy="447198"/>
          </a:xfrm>
          <a:prstGeom prst="roundRect">
            <a:avLst>
              <a:gd name="adj" fmla="val 7205"/>
            </a:avLst>
          </a:prstGeom>
          <a:solidFill>
            <a:schemeClr val="accent2">
              <a:lumMod val="60000"/>
              <a:lumOff val="40000"/>
            </a:schemeClr>
          </a:solidFill>
          <a:ln w="4763">
            <a:solidFill>
              <a:srgbClr val="C8C9CF"/>
            </a:solidFill>
            <a:prstDash val="solid"/>
          </a:ln>
        </p:spPr>
        <p:txBody>
          <a:bodyPr/>
          <a:lstStyle/>
          <a:p>
            <a:r>
              <a:rPr lang="en-US" dirty="0">
                <a:solidFill>
                  <a:schemeClr val="bg1">
                    <a:lumMod val="75000"/>
                  </a:schemeClr>
                </a:solidFill>
              </a:rPr>
              <a:t>Real-Time Place Suggestions</a:t>
            </a:r>
            <a:endParaRPr lang="en-IL" dirty="0">
              <a:ln w="22225">
                <a:solidFill>
                  <a:schemeClr val="accent2"/>
                </a:solidFill>
                <a:prstDash val="solid"/>
              </a:ln>
              <a:solidFill>
                <a:schemeClr val="bg1">
                  <a:lumMod val="75000"/>
                </a:schemeClr>
              </a:solidFill>
            </a:endParaRPr>
          </a:p>
        </p:txBody>
      </p:sp>
      <p:sp>
        <p:nvSpPr>
          <p:cNvPr id="23" name="Shape 8">
            <a:extLst>
              <a:ext uri="{FF2B5EF4-FFF2-40B4-BE49-F238E27FC236}">
                <a16:creationId xmlns:a16="http://schemas.microsoft.com/office/drawing/2014/main" id="{298E64E4-65D0-FFE5-9B86-06877011352D}"/>
              </a:ext>
            </a:extLst>
          </p:cNvPr>
          <p:cNvSpPr/>
          <p:nvPr/>
        </p:nvSpPr>
        <p:spPr>
          <a:xfrm>
            <a:off x="3742081" y="3815223"/>
            <a:ext cx="5173161" cy="447198"/>
          </a:xfrm>
          <a:prstGeom prst="roundRect">
            <a:avLst>
              <a:gd name="adj" fmla="val 7205"/>
            </a:avLst>
          </a:prstGeom>
          <a:solidFill>
            <a:schemeClr val="accent2">
              <a:lumMod val="60000"/>
              <a:lumOff val="40000"/>
            </a:schemeClr>
          </a:solidFill>
          <a:ln w="4763">
            <a:solidFill>
              <a:srgbClr val="C8C9CF"/>
            </a:solidFill>
            <a:prstDash val="solid"/>
          </a:ln>
        </p:spPr>
        <p:txBody>
          <a:bodyPr/>
          <a:lstStyle/>
          <a:p>
            <a:r>
              <a:rPr lang="en-US" dirty="0">
                <a:solidFill>
                  <a:schemeClr val="bg1">
                    <a:lumMod val="75000"/>
                  </a:schemeClr>
                </a:solidFill>
              </a:rPr>
              <a:t>Focused on Lone Soldiers</a:t>
            </a:r>
            <a:endParaRPr lang="en-IL" dirty="0">
              <a:ln w="22225">
                <a:solidFill>
                  <a:schemeClr val="accent2"/>
                </a:solidFill>
                <a:prstDash val="solid"/>
              </a:ln>
              <a:solidFill>
                <a:schemeClr val="bg1">
                  <a:lumMod val="75000"/>
                </a:schemeClr>
              </a:solidFill>
            </a:endParaRPr>
          </a:p>
        </p:txBody>
      </p:sp>
      <p:sp>
        <p:nvSpPr>
          <p:cNvPr id="24" name="Shape 8">
            <a:extLst>
              <a:ext uri="{FF2B5EF4-FFF2-40B4-BE49-F238E27FC236}">
                <a16:creationId xmlns:a16="http://schemas.microsoft.com/office/drawing/2014/main" id="{6C826CA0-F4C1-EE04-7B38-C53D3DE448CB}"/>
              </a:ext>
            </a:extLst>
          </p:cNvPr>
          <p:cNvSpPr/>
          <p:nvPr/>
        </p:nvSpPr>
        <p:spPr>
          <a:xfrm>
            <a:off x="3742081" y="4373004"/>
            <a:ext cx="5173161" cy="447198"/>
          </a:xfrm>
          <a:prstGeom prst="roundRect">
            <a:avLst>
              <a:gd name="adj" fmla="val 7205"/>
            </a:avLst>
          </a:prstGeom>
          <a:solidFill>
            <a:schemeClr val="accent2">
              <a:lumMod val="60000"/>
              <a:lumOff val="40000"/>
            </a:schemeClr>
          </a:solidFill>
          <a:ln w="4763">
            <a:solidFill>
              <a:srgbClr val="C8C9CF"/>
            </a:solidFill>
            <a:prstDash val="solid"/>
          </a:ln>
        </p:spPr>
        <p:txBody>
          <a:bodyPr/>
          <a:lstStyle/>
          <a:p>
            <a:r>
              <a:rPr lang="en-US" dirty="0">
                <a:solidFill>
                  <a:schemeClr val="bg1">
                    <a:lumMod val="75000"/>
                  </a:schemeClr>
                </a:solidFill>
              </a:rPr>
              <a:t>Community Suggestions &amp; Creation</a:t>
            </a:r>
            <a:endParaRPr lang="en-IL" dirty="0">
              <a:ln w="22225">
                <a:solidFill>
                  <a:schemeClr val="accent2"/>
                </a:solidFill>
                <a:prstDash val="solid"/>
              </a:ln>
              <a:solidFill>
                <a:schemeClr val="bg1">
                  <a:lumMod val="75000"/>
                </a:schemeClr>
              </a:solidFill>
            </a:endParaRPr>
          </a:p>
        </p:txBody>
      </p:sp>
      <p:sp>
        <p:nvSpPr>
          <p:cNvPr id="25" name="AutoShape 2">
            <a:extLst>
              <a:ext uri="{FF2B5EF4-FFF2-40B4-BE49-F238E27FC236}">
                <a16:creationId xmlns:a16="http://schemas.microsoft.com/office/drawing/2014/main" id="{27C75BEB-089F-46A0-976A-90376CC4209C}"/>
              </a:ext>
            </a:extLst>
          </p:cNvPr>
          <p:cNvSpPr>
            <a:spLocks noChangeAspect="1" noChangeArrowheads="1"/>
          </p:cNvSpPr>
          <p:nvPr/>
        </p:nvSpPr>
        <p:spPr bwMode="auto">
          <a:xfrm>
            <a:off x="4391539"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pic>
        <p:nvPicPr>
          <p:cNvPr id="49" name="Picture 48">
            <a:extLst>
              <a:ext uri="{FF2B5EF4-FFF2-40B4-BE49-F238E27FC236}">
                <a16:creationId xmlns:a16="http://schemas.microsoft.com/office/drawing/2014/main" id="{5568E628-1C15-20F7-D47B-E2DE8CF27046}"/>
              </a:ext>
            </a:extLst>
          </p:cNvPr>
          <p:cNvPicPr>
            <a:picLocks noChangeAspect="1"/>
          </p:cNvPicPr>
          <p:nvPr/>
        </p:nvPicPr>
        <p:blipFill>
          <a:blip r:embed="rId4"/>
          <a:srcRect b="29165"/>
          <a:stretch>
            <a:fillRect/>
          </a:stretch>
        </p:blipFill>
        <p:spPr>
          <a:xfrm>
            <a:off x="8274394" y="1526639"/>
            <a:ext cx="719613" cy="509733"/>
          </a:xfrm>
          <a:prstGeom prst="rect">
            <a:avLst/>
          </a:prstGeom>
        </p:spPr>
      </p:pic>
      <p:pic>
        <p:nvPicPr>
          <p:cNvPr id="52" name="Picture 51">
            <a:extLst>
              <a:ext uri="{FF2B5EF4-FFF2-40B4-BE49-F238E27FC236}">
                <a16:creationId xmlns:a16="http://schemas.microsoft.com/office/drawing/2014/main" id="{ED71BBAD-04A6-D74C-6B03-0166197F0884}"/>
              </a:ext>
            </a:extLst>
          </p:cNvPr>
          <p:cNvPicPr>
            <a:picLocks noChangeAspect="1"/>
          </p:cNvPicPr>
          <p:nvPr/>
        </p:nvPicPr>
        <p:blipFill>
          <a:blip r:embed="rId5"/>
          <a:srcRect b="24797"/>
          <a:stretch>
            <a:fillRect/>
          </a:stretch>
        </p:blipFill>
        <p:spPr>
          <a:xfrm>
            <a:off x="8275347" y="2062667"/>
            <a:ext cx="718660" cy="540453"/>
          </a:xfrm>
          <a:prstGeom prst="rect">
            <a:avLst/>
          </a:prstGeom>
        </p:spPr>
      </p:pic>
      <p:pic>
        <p:nvPicPr>
          <p:cNvPr id="55" name="Picture 54">
            <a:extLst>
              <a:ext uri="{FF2B5EF4-FFF2-40B4-BE49-F238E27FC236}">
                <a16:creationId xmlns:a16="http://schemas.microsoft.com/office/drawing/2014/main" id="{83BABD8D-8E7B-EBD7-EE53-D8B74B8F4881}"/>
              </a:ext>
            </a:extLst>
          </p:cNvPr>
          <p:cNvPicPr>
            <a:picLocks noChangeAspect="1"/>
          </p:cNvPicPr>
          <p:nvPr/>
        </p:nvPicPr>
        <p:blipFill>
          <a:blip r:embed="rId6"/>
          <a:srcRect b="26758"/>
          <a:stretch>
            <a:fillRect/>
          </a:stretch>
        </p:blipFill>
        <p:spPr>
          <a:xfrm>
            <a:off x="8275347" y="2603120"/>
            <a:ext cx="719613" cy="527061"/>
          </a:xfrm>
          <a:prstGeom prst="rect">
            <a:avLst/>
          </a:prstGeom>
        </p:spPr>
      </p:pic>
      <p:pic>
        <p:nvPicPr>
          <p:cNvPr id="58" name="Picture 57">
            <a:extLst>
              <a:ext uri="{FF2B5EF4-FFF2-40B4-BE49-F238E27FC236}">
                <a16:creationId xmlns:a16="http://schemas.microsoft.com/office/drawing/2014/main" id="{3EEAAF27-7612-8382-3FA7-EB95C1B00AA1}"/>
              </a:ext>
            </a:extLst>
          </p:cNvPr>
          <p:cNvPicPr>
            <a:picLocks noChangeAspect="1"/>
          </p:cNvPicPr>
          <p:nvPr/>
        </p:nvPicPr>
        <p:blipFill>
          <a:blip r:embed="rId7"/>
          <a:srcRect b="26031"/>
          <a:stretch>
            <a:fillRect/>
          </a:stretch>
        </p:blipFill>
        <p:spPr>
          <a:xfrm>
            <a:off x="8299877" y="3169868"/>
            <a:ext cx="719613" cy="532288"/>
          </a:xfrm>
          <a:prstGeom prst="rect">
            <a:avLst/>
          </a:prstGeom>
        </p:spPr>
      </p:pic>
      <p:pic>
        <p:nvPicPr>
          <p:cNvPr id="61" name="Picture 60">
            <a:extLst>
              <a:ext uri="{FF2B5EF4-FFF2-40B4-BE49-F238E27FC236}">
                <a16:creationId xmlns:a16="http://schemas.microsoft.com/office/drawing/2014/main" id="{B2C1A155-3AEA-F26C-37A4-0359A479736B}"/>
              </a:ext>
            </a:extLst>
          </p:cNvPr>
          <p:cNvPicPr>
            <a:picLocks noChangeAspect="1"/>
          </p:cNvPicPr>
          <p:nvPr/>
        </p:nvPicPr>
        <p:blipFill>
          <a:blip r:embed="rId8"/>
          <a:srcRect b="31711"/>
          <a:stretch>
            <a:fillRect/>
          </a:stretch>
        </p:blipFill>
        <p:spPr>
          <a:xfrm>
            <a:off x="8269952" y="3713607"/>
            <a:ext cx="779461" cy="532288"/>
          </a:xfrm>
          <a:prstGeom prst="rect">
            <a:avLst/>
          </a:prstGeom>
        </p:spPr>
      </p:pic>
      <p:pic>
        <p:nvPicPr>
          <p:cNvPr id="64" name="Picture 63">
            <a:extLst>
              <a:ext uri="{FF2B5EF4-FFF2-40B4-BE49-F238E27FC236}">
                <a16:creationId xmlns:a16="http://schemas.microsoft.com/office/drawing/2014/main" id="{D7267ED5-6EF2-7F0B-B1E0-321FEA6508C0}"/>
              </a:ext>
            </a:extLst>
          </p:cNvPr>
          <p:cNvPicPr>
            <a:picLocks noChangeAspect="1"/>
          </p:cNvPicPr>
          <p:nvPr/>
        </p:nvPicPr>
        <p:blipFill>
          <a:blip r:embed="rId9"/>
          <a:srcRect b="25825"/>
          <a:stretch>
            <a:fillRect/>
          </a:stretch>
        </p:blipFill>
        <p:spPr>
          <a:xfrm>
            <a:off x="8275347" y="4280355"/>
            <a:ext cx="779461" cy="5781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A6B3B07B-CBDC-2C4D-B9F9-012C8628D7B0}"/>
              </a:ext>
            </a:extLst>
          </p:cNvPr>
          <p:cNvSpPr txBox="1"/>
          <p:nvPr/>
        </p:nvSpPr>
        <p:spPr>
          <a:xfrm>
            <a:off x="847578" y="84406"/>
            <a:ext cx="7448843" cy="1015663"/>
          </a:xfrm>
          <a:prstGeom prst="rect">
            <a:avLst/>
          </a:prstGeom>
          <a:noFill/>
        </p:spPr>
        <p:txBody>
          <a:bodyPr wrap="square" rtlCol="0">
            <a:spAutoFit/>
          </a:bodyPr>
          <a:lstStyle/>
          <a:p>
            <a:r>
              <a:rPr lang="en-US" sz="6000" b="1" dirty="0">
                <a:solidFill>
                  <a:srgbClr val="CC9900"/>
                </a:solidFill>
                <a:latin typeface="Britannic Bold" panose="020B0903060703020204" pitchFamily="34" charset="0"/>
              </a:rPr>
              <a:t>Interaction</a:t>
            </a:r>
            <a:r>
              <a:rPr lang="he-IL" sz="5400" b="1" dirty="0">
                <a:solidFill>
                  <a:srgbClr val="CC9900"/>
                </a:solidFill>
                <a:latin typeface="Britannic Bold" panose="020B0903060703020204" pitchFamily="34" charset="0"/>
              </a:rPr>
              <a:t> </a:t>
            </a:r>
            <a:r>
              <a:rPr lang="en-US" sz="6000" b="1" dirty="0">
                <a:solidFill>
                  <a:srgbClr val="CC9900"/>
                </a:solidFill>
                <a:latin typeface="Britannic Bold" panose="020B0903060703020204" pitchFamily="34" charset="0"/>
              </a:rPr>
              <a:t>Approach</a:t>
            </a:r>
            <a:endParaRPr lang="en-IL" sz="6000" b="1" dirty="0">
              <a:solidFill>
                <a:srgbClr val="CC9900"/>
              </a:solidFill>
              <a:latin typeface="Britannic Bold" panose="020B0903060703020204" pitchFamily="34" charset="0"/>
            </a:endParaRPr>
          </a:p>
        </p:txBody>
      </p:sp>
      <p:sp>
        <p:nvSpPr>
          <p:cNvPr id="17" name="Rectangle 2">
            <a:extLst>
              <a:ext uri="{FF2B5EF4-FFF2-40B4-BE49-F238E27FC236}">
                <a16:creationId xmlns:a16="http://schemas.microsoft.com/office/drawing/2014/main" id="{1B1BF452-8DB7-4A1D-EDEF-CC596CB7EC1F}"/>
              </a:ext>
            </a:extLst>
          </p:cNvPr>
          <p:cNvSpPr>
            <a:spLocks noChangeArrowheads="1"/>
          </p:cNvSpPr>
          <p:nvPr/>
        </p:nvSpPr>
        <p:spPr bwMode="auto">
          <a:xfrm>
            <a:off x="161778" y="1682377"/>
            <a:ext cx="5338689"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sz="2000" dirty="0" err="1"/>
              <a:t>HomeBase</a:t>
            </a:r>
            <a:r>
              <a:rPr lang="en-US" sz="2000" dirty="0"/>
              <a:t> uses a Graphical User Interface (GUI) to provide a simple and visual user experience.</a:t>
            </a:r>
          </a:p>
          <a:p>
            <a:pPr algn="ctr"/>
            <a:r>
              <a:rPr lang="en-US" sz="2000" dirty="0"/>
              <a:t>The interface includes screens, buttons, menus, icons, maps, and personalized content, making information and support easy to access.</a:t>
            </a:r>
          </a:p>
          <a:p>
            <a:pPr algn="ctr"/>
            <a:r>
              <a:rPr lang="en-US" sz="2000" dirty="0"/>
              <a:t>Location-based features help users find nearby organizations, communities, and support services.</a:t>
            </a:r>
          </a:p>
        </p:txBody>
      </p:sp>
      <p:sp>
        <p:nvSpPr>
          <p:cNvPr id="2" name="Shape 8">
            <a:extLst>
              <a:ext uri="{FF2B5EF4-FFF2-40B4-BE49-F238E27FC236}">
                <a16:creationId xmlns:a16="http://schemas.microsoft.com/office/drawing/2014/main" id="{82443388-BF48-1796-70F7-5A82F79AF39B}"/>
              </a:ext>
            </a:extLst>
          </p:cNvPr>
          <p:cNvSpPr/>
          <p:nvPr/>
        </p:nvSpPr>
        <p:spPr>
          <a:xfrm>
            <a:off x="5691404" y="1425541"/>
            <a:ext cx="3144129" cy="699949"/>
          </a:xfrm>
          <a:prstGeom prst="roundRect">
            <a:avLst>
              <a:gd name="adj" fmla="val 7205"/>
            </a:avLst>
          </a:prstGeom>
          <a:solidFill>
            <a:schemeClr val="bg1">
              <a:lumMod val="60000"/>
              <a:lumOff val="40000"/>
            </a:schemeClr>
          </a:solidFill>
          <a:ln w="4763">
            <a:solidFill>
              <a:srgbClr val="C8C9CF"/>
            </a:solidFill>
            <a:prstDash val="solid"/>
          </a:ln>
        </p:spPr>
        <p:txBody>
          <a:bodyPr/>
          <a:lstStyle/>
          <a:p>
            <a:pPr algn="ctr"/>
            <a:r>
              <a:rPr lang="en-US" dirty="0">
                <a:solidFill>
                  <a:schemeClr val="bg1">
                    <a:lumMod val="75000"/>
                  </a:schemeClr>
                </a:solidFill>
              </a:rPr>
              <a:t>User Input</a:t>
            </a:r>
            <a:endParaRPr lang="he-IL" dirty="0">
              <a:solidFill>
                <a:schemeClr val="bg1">
                  <a:lumMod val="75000"/>
                </a:schemeClr>
              </a:solidFill>
            </a:endParaRPr>
          </a:p>
          <a:p>
            <a:pPr algn="ctr"/>
            <a:r>
              <a:rPr lang="en-US" dirty="0">
                <a:solidFill>
                  <a:schemeClr val="bg1">
                    <a:lumMod val="75000"/>
                  </a:schemeClr>
                </a:solidFill>
              </a:rPr>
              <a:t>Touch • Search • Preferences</a:t>
            </a:r>
            <a:endParaRPr lang="en-IL" b="1" dirty="0">
              <a:ln w="22225">
                <a:solidFill>
                  <a:schemeClr val="accent2"/>
                </a:solidFill>
                <a:prstDash val="solid"/>
              </a:ln>
              <a:solidFill>
                <a:schemeClr val="bg1">
                  <a:lumMod val="75000"/>
                </a:schemeClr>
              </a:solidFill>
            </a:endParaRPr>
          </a:p>
        </p:txBody>
      </p:sp>
      <p:sp>
        <p:nvSpPr>
          <p:cNvPr id="3" name="Shape 8">
            <a:extLst>
              <a:ext uri="{FF2B5EF4-FFF2-40B4-BE49-F238E27FC236}">
                <a16:creationId xmlns:a16="http://schemas.microsoft.com/office/drawing/2014/main" id="{F38D6450-9D2E-B340-DD38-47CCDF6C3F58}"/>
              </a:ext>
            </a:extLst>
          </p:cNvPr>
          <p:cNvSpPr/>
          <p:nvPr/>
        </p:nvSpPr>
        <p:spPr>
          <a:xfrm>
            <a:off x="5716854" y="2587623"/>
            <a:ext cx="3093231" cy="925555"/>
          </a:xfrm>
          <a:prstGeom prst="roundRect">
            <a:avLst>
              <a:gd name="adj" fmla="val 7205"/>
            </a:avLst>
          </a:prstGeom>
          <a:solidFill>
            <a:schemeClr val="bg1">
              <a:lumMod val="60000"/>
              <a:lumOff val="40000"/>
            </a:schemeClr>
          </a:solidFill>
          <a:ln w="4763">
            <a:solidFill>
              <a:srgbClr val="C8C9CF"/>
            </a:solidFill>
            <a:prstDash val="solid"/>
          </a:ln>
        </p:spPr>
        <p:txBody>
          <a:bodyPr/>
          <a:lstStyle/>
          <a:p>
            <a:pPr algn="ctr"/>
            <a:r>
              <a:rPr lang="en-US" dirty="0" err="1">
                <a:solidFill>
                  <a:schemeClr val="bg1">
                    <a:lumMod val="75000"/>
                  </a:schemeClr>
                </a:solidFill>
              </a:rPr>
              <a:t>HomeBase</a:t>
            </a:r>
            <a:r>
              <a:rPr lang="en-US" dirty="0">
                <a:solidFill>
                  <a:schemeClr val="bg1">
                    <a:lumMod val="75000"/>
                  </a:schemeClr>
                </a:solidFill>
              </a:rPr>
              <a:t> GUI</a:t>
            </a:r>
            <a:br>
              <a:rPr lang="en-US" dirty="0">
                <a:solidFill>
                  <a:schemeClr val="bg1">
                    <a:lumMod val="75000"/>
                  </a:schemeClr>
                </a:solidFill>
              </a:rPr>
            </a:br>
            <a:r>
              <a:rPr lang="en-US" dirty="0">
                <a:solidFill>
                  <a:schemeClr val="bg1">
                    <a:lumMod val="75000"/>
                  </a:schemeClr>
                </a:solidFill>
              </a:rPr>
              <a:t>Screens • Buttons • Menus • Maps</a:t>
            </a:r>
            <a:endParaRPr lang="en-IL" b="1" dirty="0">
              <a:ln w="22225">
                <a:solidFill>
                  <a:schemeClr val="accent2"/>
                </a:solidFill>
                <a:prstDash val="solid"/>
              </a:ln>
              <a:solidFill>
                <a:schemeClr val="bg1">
                  <a:lumMod val="75000"/>
                </a:schemeClr>
              </a:solidFill>
            </a:endParaRPr>
          </a:p>
        </p:txBody>
      </p:sp>
      <p:sp>
        <p:nvSpPr>
          <p:cNvPr id="4" name="Shape 8">
            <a:extLst>
              <a:ext uri="{FF2B5EF4-FFF2-40B4-BE49-F238E27FC236}">
                <a16:creationId xmlns:a16="http://schemas.microsoft.com/office/drawing/2014/main" id="{1F962324-811C-EA02-2309-0899BCA979AF}"/>
              </a:ext>
            </a:extLst>
          </p:cNvPr>
          <p:cNvSpPr/>
          <p:nvPr/>
        </p:nvSpPr>
        <p:spPr>
          <a:xfrm>
            <a:off x="5716854" y="3975311"/>
            <a:ext cx="3144129" cy="925555"/>
          </a:xfrm>
          <a:prstGeom prst="roundRect">
            <a:avLst>
              <a:gd name="adj" fmla="val 7205"/>
            </a:avLst>
          </a:prstGeom>
          <a:solidFill>
            <a:schemeClr val="bg1">
              <a:lumMod val="60000"/>
              <a:lumOff val="40000"/>
            </a:schemeClr>
          </a:solidFill>
          <a:ln w="4763">
            <a:solidFill>
              <a:srgbClr val="C8C9CF"/>
            </a:solidFill>
            <a:prstDash val="solid"/>
          </a:ln>
        </p:spPr>
        <p:txBody>
          <a:bodyPr/>
          <a:lstStyle/>
          <a:p>
            <a:pPr algn="ctr"/>
            <a:r>
              <a:rPr lang="en-US" dirty="0">
                <a:solidFill>
                  <a:schemeClr val="bg1">
                    <a:lumMod val="75000"/>
                  </a:schemeClr>
                </a:solidFill>
              </a:rPr>
              <a:t>Personalized Output</a:t>
            </a:r>
            <a:br>
              <a:rPr lang="en-US" dirty="0">
                <a:solidFill>
                  <a:schemeClr val="bg1">
                    <a:lumMod val="75000"/>
                  </a:schemeClr>
                </a:solidFill>
              </a:rPr>
            </a:br>
            <a:r>
              <a:rPr lang="en-US" dirty="0">
                <a:solidFill>
                  <a:schemeClr val="bg1">
                    <a:lumMod val="75000"/>
                  </a:schemeClr>
                </a:solidFill>
              </a:rPr>
              <a:t>Rights • Communities • Support</a:t>
            </a:r>
            <a:endParaRPr lang="en-IL" b="1" dirty="0">
              <a:ln w="22225">
                <a:solidFill>
                  <a:schemeClr val="accent2"/>
                </a:solidFill>
                <a:prstDash val="solid"/>
              </a:ln>
              <a:solidFill>
                <a:schemeClr val="bg1">
                  <a:lumMod val="75000"/>
                </a:schemeClr>
              </a:solidFill>
            </a:endParaRPr>
          </a:p>
        </p:txBody>
      </p:sp>
      <p:sp>
        <p:nvSpPr>
          <p:cNvPr id="7" name="Arrow: Right 6">
            <a:extLst>
              <a:ext uri="{FF2B5EF4-FFF2-40B4-BE49-F238E27FC236}">
                <a16:creationId xmlns:a16="http://schemas.microsoft.com/office/drawing/2014/main" id="{0BF8DFC2-C1AE-1261-37C8-A2025C0A0BA9}"/>
              </a:ext>
            </a:extLst>
          </p:cNvPr>
          <p:cNvSpPr/>
          <p:nvPr/>
        </p:nvSpPr>
        <p:spPr>
          <a:xfrm rot="5400000">
            <a:off x="7051327" y="2271223"/>
            <a:ext cx="373385" cy="170667"/>
          </a:xfrm>
          <a:prstGeom prst="rightArrow">
            <a:avLst/>
          </a:prstGeom>
          <a:solidFill>
            <a:schemeClr val="bg1">
              <a:lumMod val="60000"/>
              <a:lumOff val="4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 name="Arrow: Right 7">
            <a:extLst>
              <a:ext uri="{FF2B5EF4-FFF2-40B4-BE49-F238E27FC236}">
                <a16:creationId xmlns:a16="http://schemas.microsoft.com/office/drawing/2014/main" id="{6A06DCEF-ADF4-2153-44A1-2F4B50864D30}"/>
              </a:ext>
            </a:extLst>
          </p:cNvPr>
          <p:cNvSpPr/>
          <p:nvPr/>
        </p:nvSpPr>
        <p:spPr>
          <a:xfrm rot="5400000">
            <a:off x="7050836" y="3658911"/>
            <a:ext cx="373385" cy="170667"/>
          </a:xfrm>
          <a:prstGeom prst="rightArrow">
            <a:avLst/>
          </a:prstGeom>
          <a:solidFill>
            <a:schemeClr val="bg1">
              <a:lumMod val="60000"/>
              <a:lumOff val="4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tretch>
            <a:fillRect/>
          </a:stretch>
        </p:blipFill>
        <p:spPr>
          <a:xfrm>
            <a:off x="6902405" y="1064084"/>
            <a:ext cx="1507480" cy="1507480"/>
          </a:xfrm>
          <a:prstGeom prst="rect">
            <a:avLst/>
          </a:prstGeom>
        </p:spPr>
      </p:pic>
      <p:pic>
        <p:nvPicPr>
          <p:cNvPr id="7" name="Image 1" descr="preencoded.png"/>
          <p:cNvPicPr>
            <a:picLocks noChangeAspect="1"/>
          </p:cNvPicPr>
          <p:nvPr/>
        </p:nvPicPr>
        <p:blipFill>
          <a:blip r:embed="rId4"/>
          <a:stretch>
            <a:fillRect/>
          </a:stretch>
        </p:blipFill>
        <p:spPr>
          <a:xfrm>
            <a:off x="3877389" y="1064084"/>
            <a:ext cx="1507480" cy="1507480"/>
          </a:xfrm>
          <a:prstGeom prst="rect">
            <a:avLst/>
          </a:prstGeom>
        </p:spPr>
      </p:pic>
      <p:pic>
        <p:nvPicPr>
          <p:cNvPr id="10" name="Image 2" descr="preencoded.png"/>
          <p:cNvPicPr>
            <a:picLocks noChangeAspect="1"/>
          </p:cNvPicPr>
          <p:nvPr/>
        </p:nvPicPr>
        <p:blipFill>
          <a:blip r:embed="rId5"/>
          <a:stretch>
            <a:fillRect/>
          </a:stretch>
        </p:blipFill>
        <p:spPr>
          <a:xfrm>
            <a:off x="734115" y="1064084"/>
            <a:ext cx="1507480" cy="1507480"/>
          </a:xfrm>
          <a:prstGeom prst="rect">
            <a:avLst/>
          </a:prstGeom>
        </p:spPr>
      </p:pic>
      <p:sp>
        <p:nvSpPr>
          <p:cNvPr id="16" name="TextBox 15">
            <a:extLst>
              <a:ext uri="{FF2B5EF4-FFF2-40B4-BE49-F238E27FC236}">
                <a16:creationId xmlns:a16="http://schemas.microsoft.com/office/drawing/2014/main" id="{DD305261-8218-BAFA-9147-6985B85C1384}"/>
              </a:ext>
            </a:extLst>
          </p:cNvPr>
          <p:cNvSpPr txBox="1"/>
          <p:nvPr/>
        </p:nvSpPr>
        <p:spPr>
          <a:xfrm>
            <a:off x="2983292" y="4896"/>
            <a:ext cx="3819912" cy="923330"/>
          </a:xfrm>
          <a:prstGeom prst="rect">
            <a:avLst/>
          </a:prstGeom>
          <a:noFill/>
        </p:spPr>
        <p:txBody>
          <a:bodyPr wrap="square" rtlCol="0">
            <a:spAutoFit/>
          </a:bodyPr>
          <a:lstStyle/>
          <a:p>
            <a:r>
              <a:rPr lang="en-US" sz="5400" b="1" dirty="0">
                <a:solidFill>
                  <a:srgbClr val="CC9900"/>
                </a:solidFill>
                <a:latin typeface="Britannic Bold" panose="020B0903060703020204" pitchFamily="34" charset="0"/>
              </a:rPr>
              <a:t>Our Users</a:t>
            </a:r>
            <a:endParaRPr lang="en-IL" dirty="0">
              <a:latin typeface="Britannic Bold" panose="020B0903060703020204" pitchFamily="34" charset="0"/>
            </a:endParaRPr>
          </a:p>
        </p:txBody>
      </p:sp>
      <p:sp>
        <p:nvSpPr>
          <p:cNvPr id="18" name="Rectangle 2">
            <a:extLst>
              <a:ext uri="{FF2B5EF4-FFF2-40B4-BE49-F238E27FC236}">
                <a16:creationId xmlns:a16="http://schemas.microsoft.com/office/drawing/2014/main" id="{ECB6E7DB-367C-F7C1-CDD8-2A8849B4391D}"/>
              </a:ext>
            </a:extLst>
          </p:cNvPr>
          <p:cNvSpPr>
            <a:spLocks noChangeArrowheads="1"/>
          </p:cNvSpPr>
          <p:nvPr/>
        </p:nvSpPr>
        <p:spPr bwMode="auto">
          <a:xfrm>
            <a:off x="3584517" y="2564078"/>
            <a:ext cx="203478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IL" b="1" dirty="0">
                <a:latin typeface="Arial" panose="020B0604020202020204" pitchFamily="34" charset="0"/>
              </a:rPr>
              <a:t>Nina</a:t>
            </a:r>
            <a:endParaRPr lang="he-IL" altLang="en-IL" b="1" dirty="0">
              <a:latin typeface="Arial" panose="020B0604020202020204" pitchFamily="34" charset="0"/>
            </a:endParaRPr>
          </a:p>
          <a:p>
            <a:pPr lvl="0" algn="ctr" defTabSz="914400" eaLnBrk="0" fontAlgn="base" hangingPunct="0">
              <a:spcBef>
                <a:spcPct val="0"/>
              </a:spcBef>
              <a:spcAft>
                <a:spcPct val="0"/>
              </a:spcAft>
            </a:pPr>
            <a:r>
              <a:rPr lang="en-US" sz="1400" b="1" dirty="0"/>
              <a:t>Lone Soldier from France</a:t>
            </a:r>
            <a:endParaRPr kumimoji="0" lang="en-IL" altLang="en-IL" sz="1400" b="1" i="0" u="none" strike="noStrike" cap="none" normalizeH="0" baseline="0" dirty="0">
              <a:ln>
                <a:noFill/>
              </a:ln>
              <a:solidFill>
                <a:schemeClr val="tx1"/>
              </a:solidFill>
              <a:effectLst/>
              <a:latin typeface="Arial" panose="020B0604020202020204" pitchFamily="34" charset="0"/>
            </a:endParaRPr>
          </a:p>
        </p:txBody>
      </p:sp>
      <p:sp>
        <p:nvSpPr>
          <p:cNvPr id="19" name="Rectangle 2">
            <a:extLst>
              <a:ext uri="{FF2B5EF4-FFF2-40B4-BE49-F238E27FC236}">
                <a16:creationId xmlns:a16="http://schemas.microsoft.com/office/drawing/2014/main" id="{7A0D5FA3-9571-4F59-A512-F47D7755C526}"/>
              </a:ext>
            </a:extLst>
          </p:cNvPr>
          <p:cNvSpPr>
            <a:spLocks noChangeArrowheads="1"/>
          </p:cNvSpPr>
          <p:nvPr/>
        </p:nvSpPr>
        <p:spPr bwMode="auto">
          <a:xfrm>
            <a:off x="324489" y="2551826"/>
            <a:ext cx="2447593"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IL" b="1" i="0" u="none" strike="noStrike" cap="none" normalizeH="0" baseline="0" dirty="0">
                <a:ln>
                  <a:noFill/>
                </a:ln>
                <a:solidFill>
                  <a:schemeClr val="tx1"/>
                </a:solidFill>
                <a:effectLst/>
                <a:latin typeface="Arial" panose="020B0604020202020204" pitchFamily="34" charset="0"/>
              </a:rPr>
              <a:t>Jer</a:t>
            </a:r>
            <a:r>
              <a:rPr lang="en-US" altLang="en-IL" b="1" dirty="0">
                <a:latin typeface="Arial" panose="020B0604020202020204" pitchFamily="34" charset="0"/>
              </a:rPr>
              <a:t>e</a:t>
            </a:r>
            <a:r>
              <a:rPr kumimoji="0" lang="en-US" altLang="en-IL" b="1" i="0" u="none" strike="noStrike" cap="none" normalizeH="0" baseline="0" dirty="0">
                <a:ln>
                  <a:noFill/>
                </a:ln>
                <a:solidFill>
                  <a:schemeClr val="tx1"/>
                </a:solidFill>
                <a:effectLst/>
                <a:latin typeface="Arial" panose="020B0604020202020204" pitchFamily="34" charset="0"/>
              </a:rPr>
              <a:t>my</a:t>
            </a:r>
            <a:endParaRPr kumimoji="0" lang="he-IL" altLang="en-IL" b="1" i="0" u="none" strike="noStrike" cap="none" normalizeH="0" baseline="0" dirty="0">
              <a:ln>
                <a:noFill/>
              </a:ln>
              <a:solidFill>
                <a:schemeClr val="tx1"/>
              </a:solidFill>
              <a:effectLst/>
              <a:latin typeface="Arial" panose="020B0604020202020204" pitchFamily="34" charset="0"/>
            </a:endParaRPr>
          </a:p>
          <a:p>
            <a:pPr lvl="0" algn="ctr" defTabSz="914400" eaLnBrk="0" fontAlgn="base" hangingPunct="0">
              <a:spcBef>
                <a:spcPct val="0"/>
              </a:spcBef>
              <a:spcAft>
                <a:spcPct val="0"/>
              </a:spcAft>
            </a:pPr>
            <a:r>
              <a:rPr lang="en-US" sz="1600" b="1" dirty="0"/>
              <a:t>Lone Soldier from America</a:t>
            </a:r>
            <a:endParaRPr kumimoji="0" lang="en-IL" altLang="en-IL" sz="1600" b="1" i="0" u="none" strike="noStrike" cap="none" normalizeH="0" baseline="0" dirty="0">
              <a:ln>
                <a:noFill/>
              </a:ln>
              <a:solidFill>
                <a:schemeClr val="tx1"/>
              </a:solidFill>
              <a:effectLst/>
              <a:latin typeface="Arial" panose="020B0604020202020204" pitchFamily="34" charset="0"/>
            </a:endParaRPr>
          </a:p>
        </p:txBody>
      </p:sp>
      <p:sp>
        <p:nvSpPr>
          <p:cNvPr id="20" name="Rectangle 2">
            <a:extLst>
              <a:ext uri="{FF2B5EF4-FFF2-40B4-BE49-F238E27FC236}">
                <a16:creationId xmlns:a16="http://schemas.microsoft.com/office/drawing/2014/main" id="{961DA99D-924A-EC57-4FBC-795918E0FD6B}"/>
              </a:ext>
            </a:extLst>
          </p:cNvPr>
          <p:cNvSpPr>
            <a:spLocks noChangeArrowheads="1"/>
          </p:cNvSpPr>
          <p:nvPr/>
        </p:nvSpPr>
        <p:spPr bwMode="auto">
          <a:xfrm>
            <a:off x="173098" y="3366808"/>
            <a:ext cx="275037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US" sz="1400" dirty="0"/>
              <a:t>Decided to volunteer for the IDF after the death of his grandmother, a Holocaust survivor. He has no family in Israel and does not</a:t>
            </a:r>
            <a:r>
              <a:rPr lang="he-IL" sz="1400" dirty="0"/>
              <a:t> </a:t>
            </a:r>
            <a:r>
              <a:rPr lang="en-US" sz="1400" dirty="0"/>
              <a:t>speak the language, which makes it difficult for him to ask for help.</a:t>
            </a:r>
            <a:endParaRPr kumimoji="0" lang="en-IL" altLang="en-IL" sz="1400" b="0" i="0" u="none" strike="noStrike" cap="none" normalizeH="0" baseline="0" dirty="0">
              <a:ln>
                <a:noFill/>
              </a:ln>
              <a:solidFill>
                <a:schemeClr val="tx1"/>
              </a:solidFill>
              <a:effectLst/>
              <a:latin typeface="Arial" panose="020B0604020202020204" pitchFamily="34" charset="0"/>
            </a:endParaRPr>
          </a:p>
        </p:txBody>
      </p:sp>
      <p:sp>
        <p:nvSpPr>
          <p:cNvPr id="22" name="Rectangle: Rounded Corners 21">
            <a:extLst>
              <a:ext uri="{FF2B5EF4-FFF2-40B4-BE49-F238E27FC236}">
                <a16:creationId xmlns:a16="http://schemas.microsoft.com/office/drawing/2014/main" id="{E6F20123-431A-1694-A926-7A483C2619EA}"/>
              </a:ext>
            </a:extLst>
          </p:cNvPr>
          <p:cNvSpPr/>
          <p:nvPr/>
        </p:nvSpPr>
        <p:spPr>
          <a:xfrm>
            <a:off x="173098" y="887736"/>
            <a:ext cx="2750372" cy="4036237"/>
          </a:xfrm>
          <a:prstGeom prst="roundRect">
            <a:avLst/>
          </a:prstGeom>
          <a:noFill/>
          <a:ln>
            <a:solidFill>
              <a:srgbClr val="CC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Rectangle: Rounded Corners 22">
            <a:extLst>
              <a:ext uri="{FF2B5EF4-FFF2-40B4-BE49-F238E27FC236}">
                <a16:creationId xmlns:a16="http://schemas.microsoft.com/office/drawing/2014/main" id="{ECB357D0-2AE5-0CE2-5F47-4B42DA499980}"/>
              </a:ext>
            </a:extLst>
          </p:cNvPr>
          <p:cNvSpPr/>
          <p:nvPr/>
        </p:nvSpPr>
        <p:spPr>
          <a:xfrm>
            <a:off x="3196814" y="896241"/>
            <a:ext cx="2750372" cy="4036237"/>
          </a:xfrm>
          <a:prstGeom prst="roundRect">
            <a:avLst/>
          </a:prstGeom>
          <a:noFill/>
          <a:ln>
            <a:solidFill>
              <a:srgbClr val="CC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Rectangle: Rounded Corners 23">
            <a:extLst>
              <a:ext uri="{FF2B5EF4-FFF2-40B4-BE49-F238E27FC236}">
                <a16:creationId xmlns:a16="http://schemas.microsoft.com/office/drawing/2014/main" id="{2CCC1DF0-694E-AD16-4CA1-21DC440601C9}"/>
              </a:ext>
            </a:extLst>
          </p:cNvPr>
          <p:cNvSpPr/>
          <p:nvPr/>
        </p:nvSpPr>
        <p:spPr>
          <a:xfrm>
            <a:off x="6220532" y="889715"/>
            <a:ext cx="2750372" cy="4036237"/>
          </a:xfrm>
          <a:prstGeom prst="roundRect">
            <a:avLst/>
          </a:prstGeom>
          <a:noFill/>
          <a:ln>
            <a:solidFill>
              <a:srgbClr val="CC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Rectangle 2">
            <a:extLst>
              <a:ext uri="{FF2B5EF4-FFF2-40B4-BE49-F238E27FC236}">
                <a16:creationId xmlns:a16="http://schemas.microsoft.com/office/drawing/2014/main" id="{24421A4F-C4CA-046F-A758-26E0D893C677}"/>
              </a:ext>
            </a:extLst>
          </p:cNvPr>
          <p:cNvSpPr>
            <a:spLocks noChangeArrowheads="1"/>
          </p:cNvSpPr>
          <p:nvPr/>
        </p:nvSpPr>
        <p:spPr bwMode="auto">
          <a:xfrm>
            <a:off x="3196814" y="3358542"/>
            <a:ext cx="275037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US" sz="1400" dirty="0"/>
              <a:t>Always dreamed of serving in the IDF, inspired by her Israeli parents who also served. When she arrived in Israel, she struggled to meet people and adapt to the language and cultural differences.</a:t>
            </a:r>
            <a:endParaRPr kumimoji="0" lang="en-IL" altLang="en-IL" sz="1400" b="0" i="0" u="none" strike="noStrike" cap="none" normalizeH="0" baseline="0" dirty="0">
              <a:ln>
                <a:noFill/>
              </a:ln>
              <a:solidFill>
                <a:schemeClr val="tx1"/>
              </a:solidFill>
              <a:effectLst/>
              <a:latin typeface="Arial" panose="020B0604020202020204" pitchFamily="34" charset="0"/>
            </a:endParaRPr>
          </a:p>
        </p:txBody>
      </p:sp>
      <p:sp>
        <p:nvSpPr>
          <p:cNvPr id="26" name="Rectangle 2">
            <a:extLst>
              <a:ext uri="{FF2B5EF4-FFF2-40B4-BE49-F238E27FC236}">
                <a16:creationId xmlns:a16="http://schemas.microsoft.com/office/drawing/2014/main" id="{2E6BC675-FB52-E314-6434-4F8847029A55}"/>
              </a:ext>
            </a:extLst>
          </p:cNvPr>
          <p:cNvSpPr>
            <a:spLocks noChangeArrowheads="1"/>
          </p:cNvSpPr>
          <p:nvPr/>
        </p:nvSpPr>
        <p:spPr bwMode="auto">
          <a:xfrm>
            <a:off x="6860477" y="2551826"/>
            <a:ext cx="159133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US" b="1" dirty="0"/>
              <a:t>Eitan</a:t>
            </a:r>
            <a:r>
              <a:rPr lang="en-US" dirty="0"/>
              <a:t> </a:t>
            </a:r>
            <a:endParaRPr lang="he-IL" altLang="en-IL" b="1" dirty="0">
              <a:latin typeface="Arial" panose="020B0604020202020204" pitchFamily="34" charset="0"/>
            </a:endParaRPr>
          </a:p>
          <a:p>
            <a:pPr lvl="0" algn="ctr" defTabSz="914400" eaLnBrk="0" fontAlgn="base" hangingPunct="0">
              <a:spcBef>
                <a:spcPct val="0"/>
              </a:spcBef>
              <a:spcAft>
                <a:spcPct val="0"/>
              </a:spcAft>
            </a:pPr>
            <a:r>
              <a:rPr lang="en-US" sz="1400" b="1" dirty="0"/>
              <a:t>Israeli Lone Soldier</a:t>
            </a:r>
            <a:endParaRPr kumimoji="0" lang="en-IL" altLang="en-IL" sz="1400" b="1" i="0" u="none" strike="noStrike" cap="none" normalizeH="0" baseline="0" dirty="0">
              <a:ln>
                <a:noFill/>
              </a:ln>
              <a:solidFill>
                <a:schemeClr val="tx1"/>
              </a:solidFill>
              <a:effectLst/>
              <a:latin typeface="Arial" panose="020B0604020202020204" pitchFamily="34" charset="0"/>
            </a:endParaRPr>
          </a:p>
        </p:txBody>
      </p:sp>
      <p:sp>
        <p:nvSpPr>
          <p:cNvPr id="27" name="Rectangle 2">
            <a:extLst>
              <a:ext uri="{FF2B5EF4-FFF2-40B4-BE49-F238E27FC236}">
                <a16:creationId xmlns:a16="http://schemas.microsoft.com/office/drawing/2014/main" id="{CC5B9500-373C-8E7F-1049-40D53C9CC673}"/>
              </a:ext>
            </a:extLst>
          </p:cNvPr>
          <p:cNvSpPr>
            <a:spLocks noChangeArrowheads="1"/>
          </p:cNvSpPr>
          <p:nvPr/>
        </p:nvSpPr>
        <p:spPr bwMode="auto">
          <a:xfrm>
            <a:off x="6220530" y="3366808"/>
            <a:ext cx="2750372"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US" sz="1400" dirty="0"/>
              <a:t>An only child who lost his parents in a car accident at age 15. Although he has many friends, they cannot help him understand his rights as a lone soldier</a:t>
            </a:r>
            <a:endParaRPr kumimoji="0" lang="en-IL" altLang="en-IL" sz="1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14732-1CC7-AB9A-9B3D-B192912A2C23}"/>
            </a:ext>
          </a:extLst>
        </p:cNvPr>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306E0DF4-4364-8686-64BE-F44F3FB1EE81}"/>
              </a:ext>
            </a:extLst>
          </p:cNvPr>
          <p:cNvPicPr>
            <a:picLocks noChangeAspect="1"/>
          </p:cNvPicPr>
          <p:nvPr/>
        </p:nvPicPr>
        <p:blipFill>
          <a:blip r:embed="rId3"/>
          <a:stretch>
            <a:fillRect/>
          </a:stretch>
        </p:blipFill>
        <p:spPr>
          <a:xfrm>
            <a:off x="6902405" y="1064084"/>
            <a:ext cx="1507480" cy="1507480"/>
          </a:xfrm>
          <a:prstGeom prst="rect">
            <a:avLst/>
          </a:prstGeom>
        </p:spPr>
      </p:pic>
      <p:pic>
        <p:nvPicPr>
          <p:cNvPr id="7" name="Image 1" descr="preencoded.png">
            <a:extLst>
              <a:ext uri="{FF2B5EF4-FFF2-40B4-BE49-F238E27FC236}">
                <a16:creationId xmlns:a16="http://schemas.microsoft.com/office/drawing/2014/main" id="{281EFD8B-881F-ABD9-898B-4084AB6877C1}"/>
              </a:ext>
            </a:extLst>
          </p:cNvPr>
          <p:cNvPicPr>
            <a:picLocks noChangeAspect="1"/>
          </p:cNvPicPr>
          <p:nvPr/>
        </p:nvPicPr>
        <p:blipFill>
          <a:blip r:embed="rId4"/>
          <a:stretch>
            <a:fillRect/>
          </a:stretch>
        </p:blipFill>
        <p:spPr>
          <a:xfrm>
            <a:off x="3877389" y="1064084"/>
            <a:ext cx="1507480" cy="1507480"/>
          </a:xfrm>
          <a:prstGeom prst="rect">
            <a:avLst/>
          </a:prstGeom>
        </p:spPr>
      </p:pic>
      <p:pic>
        <p:nvPicPr>
          <p:cNvPr id="10" name="Image 2" descr="preencoded.png">
            <a:extLst>
              <a:ext uri="{FF2B5EF4-FFF2-40B4-BE49-F238E27FC236}">
                <a16:creationId xmlns:a16="http://schemas.microsoft.com/office/drawing/2014/main" id="{CDF73734-B34E-0E5D-8E14-ED35FF45FE9C}"/>
              </a:ext>
            </a:extLst>
          </p:cNvPr>
          <p:cNvPicPr>
            <a:picLocks noChangeAspect="1"/>
          </p:cNvPicPr>
          <p:nvPr/>
        </p:nvPicPr>
        <p:blipFill>
          <a:blip r:embed="rId5"/>
          <a:stretch>
            <a:fillRect/>
          </a:stretch>
        </p:blipFill>
        <p:spPr>
          <a:xfrm>
            <a:off x="734115" y="1064084"/>
            <a:ext cx="1507480" cy="1507480"/>
          </a:xfrm>
          <a:prstGeom prst="rect">
            <a:avLst/>
          </a:prstGeom>
        </p:spPr>
      </p:pic>
      <p:sp>
        <p:nvSpPr>
          <p:cNvPr id="16" name="TextBox 15">
            <a:extLst>
              <a:ext uri="{FF2B5EF4-FFF2-40B4-BE49-F238E27FC236}">
                <a16:creationId xmlns:a16="http://schemas.microsoft.com/office/drawing/2014/main" id="{AA413F9B-AB6D-9C48-E8BD-0E519A35BF8E}"/>
              </a:ext>
            </a:extLst>
          </p:cNvPr>
          <p:cNvSpPr txBox="1"/>
          <p:nvPr/>
        </p:nvSpPr>
        <p:spPr>
          <a:xfrm>
            <a:off x="2983292" y="4896"/>
            <a:ext cx="3819912" cy="923330"/>
          </a:xfrm>
          <a:prstGeom prst="rect">
            <a:avLst/>
          </a:prstGeom>
          <a:noFill/>
        </p:spPr>
        <p:txBody>
          <a:bodyPr wrap="square" rtlCol="0">
            <a:spAutoFit/>
          </a:bodyPr>
          <a:lstStyle/>
          <a:p>
            <a:r>
              <a:rPr lang="en-US" sz="5400" b="1" dirty="0">
                <a:solidFill>
                  <a:srgbClr val="CC9900"/>
                </a:solidFill>
                <a:latin typeface="Britannic Bold" panose="020B0903060703020204" pitchFamily="34" charset="0"/>
              </a:rPr>
              <a:t>Our Users</a:t>
            </a:r>
            <a:endParaRPr lang="en-IL" dirty="0">
              <a:latin typeface="Britannic Bold" panose="020B0903060703020204" pitchFamily="34" charset="0"/>
            </a:endParaRPr>
          </a:p>
        </p:txBody>
      </p:sp>
      <p:sp>
        <p:nvSpPr>
          <p:cNvPr id="18" name="Rectangle 2">
            <a:extLst>
              <a:ext uri="{FF2B5EF4-FFF2-40B4-BE49-F238E27FC236}">
                <a16:creationId xmlns:a16="http://schemas.microsoft.com/office/drawing/2014/main" id="{DAAFD199-191B-0BAC-D3D4-B3ED5462F164}"/>
              </a:ext>
            </a:extLst>
          </p:cNvPr>
          <p:cNvSpPr>
            <a:spLocks noChangeArrowheads="1"/>
          </p:cNvSpPr>
          <p:nvPr/>
        </p:nvSpPr>
        <p:spPr bwMode="auto">
          <a:xfrm>
            <a:off x="3584517" y="2564078"/>
            <a:ext cx="203478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IL" b="1" dirty="0">
                <a:latin typeface="Arial" panose="020B0604020202020204" pitchFamily="34" charset="0"/>
              </a:rPr>
              <a:t>Nina</a:t>
            </a:r>
            <a:endParaRPr lang="he-IL" altLang="en-IL" b="1" dirty="0">
              <a:latin typeface="Arial" panose="020B0604020202020204" pitchFamily="34" charset="0"/>
            </a:endParaRPr>
          </a:p>
          <a:p>
            <a:pPr lvl="0" algn="ctr" defTabSz="914400" eaLnBrk="0" fontAlgn="base" hangingPunct="0">
              <a:spcBef>
                <a:spcPct val="0"/>
              </a:spcBef>
              <a:spcAft>
                <a:spcPct val="0"/>
              </a:spcAft>
            </a:pPr>
            <a:r>
              <a:rPr lang="en-US" sz="1400" b="1" dirty="0"/>
              <a:t>Lone Soldier from France</a:t>
            </a:r>
            <a:endParaRPr kumimoji="0" lang="en-IL" altLang="en-IL" sz="1400" b="1" i="0" u="none" strike="noStrike" cap="none" normalizeH="0" baseline="0" dirty="0">
              <a:ln>
                <a:noFill/>
              </a:ln>
              <a:solidFill>
                <a:schemeClr val="tx1"/>
              </a:solidFill>
              <a:effectLst/>
              <a:latin typeface="Arial" panose="020B0604020202020204" pitchFamily="34" charset="0"/>
            </a:endParaRPr>
          </a:p>
        </p:txBody>
      </p:sp>
      <p:sp>
        <p:nvSpPr>
          <p:cNvPr id="19" name="Rectangle 2">
            <a:extLst>
              <a:ext uri="{FF2B5EF4-FFF2-40B4-BE49-F238E27FC236}">
                <a16:creationId xmlns:a16="http://schemas.microsoft.com/office/drawing/2014/main" id="{55796115-1346-1CB0-04E8-6BE8753F13C2}"/>
              </a:ext>
            </a:extLst>
          </p:cNvPr>
          <p:cNvSpPr>
            <a:spLocks noChangeArrowheads="1"/>
          </p:cNvSpPr>
          <p:nvPr/>
        </p:nvSpPr>
        <p:spPr bwMode="auto">
          <a:xfrm>
            <a:off x="324489" y="2551826"/>
            <a:ext cx="2447593"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IL" b="1" i="0" u="none" strike="noStrike" cap="none" normalizeH="0" baseline="0" dirty="0">
                <a:ln>
                  <a:noFill/>
                </a:ln>
                <a:solidFill>
                  <a:schemeClr val="tx1"/>
                </a:solidFill>
                <a:effectLst/>
                <a:latin typeface="Arial" panose="020B0604020202020204" pitchFamily="34" charset="0"/>
              </a:rPr>
              <a:t>Jer</a:t>
            </a:r>
            <a:r>
              <a:rPr lang="en-US" altLang="en-IL" b="1" dirty="0">
                <a:latin typeface="Arial" panose="020B0604020202020204" pitchFamily="34" charset="0"/>
              </a:rPr>
              <a:t>e</a:t>
            </a:r>
            <a:r>
              <a:rPr kumimoji="0" lang="en-US" altLang="en-IL" b="1" i="0" u="none" strike="noStrike" cap="none" normalizeH="0" baseline="0" dirty="0">
                <a:ln>
                  <a:noFill/>
                </a:ln>
                <a:solidFill>
                  <a:schemeClr val="tx1"/>
                </a:solidFill>
                <a:effectLst/>
                <a:latin typeface="Arial" panose="020B0604020202020204" pitchFamily="34" charset="0"/>
              </a:rPr>
              <a:t>my</a:t>
            </a:r>
            <a:endParaRPr kumimoji="0" lang="he-IL" altLang="en-IL" b="1" i="0" u="none" strike="noStrike" cap="none" normalizeH="0" baseline="0" dirty="0">
              <a:ln>
                <a:noFill/>
              </a:ln>
              <a:solidFill>
                <a:schemeClr val="tx1"/>
              </a:solidFill>
              <a:effectLst/>
              <a:latin typeface="Arial" panose="020B0604020202020204" pitchFamily="34" charset="0"/>
            </a:endParaRPr>
          </a:p>
          <a:p>
            <a:pPr lvl="0" algn="ctr" defTabSz="914400" eaLnBrk="0" fontAlgn="base" hangingPunct="0">
              <a:spcBef>
                <a:spcPct val="0"/>
              </a:spcBef>
              <a:spcAft>
                <a:spcPct val="0"/>
              </a:spcAft>
            </a:pPr>
            <a:r>
              <a:rPr lang="en-US" sz="1600" b="1" dirty="0"/>
              <a:t>Lone Soldier from America</a:t>
            </a:r>
            <a:endParaRPr kumimoji="0" lang="en-IL" altLang="en-IL" sz="1600" b="1" i="0" u="none" strike="noStrike" cap="none" normalizeH="0" baseline="0" dirty="0">
              <a:ln>
                <a:noFill/>
              </a:ln>
              <a:solidFill>
                <a:schemeClr val="tx1"/>
              </a:solidFill>
              <a:effectLst/>
              <a:latin typeface="Arial" panose="020B0604020202020204" pitchFamily="34" charset="0"/>
            </a:endParaRPr>
          </a:p>
        </p:txBody>
      </p:sp>
      <p:sp>
        <p:nvSpPr>
          <p:cNvPr id="20" name="Rectangle 2">
            <a:extLst>
              <a:ext uri="{FF2B5EF4-FFF2-40B4-BE49-F238E27FC236}">
                <a16:creationId xmlns:a16="http://schemas.microsoft.com/office/drawing/2014/main" id="{A0A49B2B-9C3F-AC45-AF41-C4D961CA68A8}"/>
              </a:ext>
            </a:extLst>
          </p:cNvPr>
          <p:cNvSpPr>
            <a:spLocks noChangeArrowheads="1"/>
          </p:cNvSpPr>
          <p:nvPr/>
        </p:nvSpPr>
        <p:spPr bwMode="auto">
          <a:xfrm>
            <a:off x="159171" y="3366808"/>
            <a:ext cx="275037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US" sz="1400" dirty="0"/>
              <a:t>Through </a:t>
            </a:r>
            <a:r>
              <a:rPr lang="en-US" sz="1400" dirty="0" err="1"/>
              <a:t>HomeBase</a:t>
            </a:r>
            <a:r>
              <a:rPr lang="en-US" sz="1400" dirty="0"/>
              <a:t>, he can find relevant WhatsApp groups, support communities, and answers to everyday questions.</a:t>
            </a:r>
            <a:endParaRPr kumimoji="0" lang="en-IL" altLang="en-IL" sz="1400" b="0" i="0" u="none" strike="noStrike" cap="none" normalizeH="0" baseline="0" dirty="0">
              <a:ln>
                <a:noFill/>
              </a:ln>
              <a:solidFill>
                <a:schemeClr val="tx1"/>
              </a:solidFill>
              <a:effectLst/>
              <a:latin typeface="Arial" panose="020B0604020202020204" pitchFamily="34" charset="0"/>
            </a:endParaRPr>
          </a:p>
        </p:txBody>
      </p:sp>
      <p:sp>
        <p:nvSpPr>
          <p:cNvPr id="22" name="Rectangle: Rounded Corners 21">
            <a:extLst>
              <a:ext uri="{FF2B5EF4-FFF2-40B4-BE49-F238E27FC236}">
                <a16:creationId xmlns:a16="http://schemas.microsoft.com/office/drawing/2014/main" id="{06D1B19F-4DD5-7EA3-C1F0-F992AD8A0DFE}"/>
              </a:ext>
            </a:extLst>
          </p:cNvPr>
          <p:cNvSpPr/>
          <p:nvPr/>
        </p:nvSpPr>
        <p:spPr>
          <a:xfrm>
            <a:off x="173098" y="887736"/>
            <a:ext cx="2750372" cy="4036237"/>
          </a:xfrm>
          <a:prstGeom prst="roundRect">
            <a:avLst/>
          </a:prstGeom>
          <a:noFill/>
          <a:ln>
            <a:solidFill>
              <a:srgbClr val="CC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Rectangle: Rounded Corners 22">
            <a:extLst>
              <a:ext uri="{FF2B5EF4-FFF2-40B4-BE49-F238E27FC236}">
                <a16:creationId xmlns:a16="http://schemas.microsoft.com/office/drawing/2014/main" id="{EE1435E5-7BF3-164D-80AF-A9827B51171F}"/>
              </a:ext>
            </a:extLst>
          </p:cNvPr>
          <p:cNvSpPr/>
          <p:nvPr/>
        </p:nvSpPr>
        <p:spPr>
          <a:xfrm>
            <a:off x="3196814" y="896241"/>
            <a:ext cx="2750372" cy="4036237"/>
          </a:xfrm>
          <a:prstGeom prst="roundRect">
            <a:avLst/>
          </a:prstGeom>
          <a:noFill/>
          <a:ln>
            <a:solidFill>
              <a:srgbClr val="CC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Rectangle: Rounded Corners 23">
            <a:extLst>
              <a:ext uri="{FF2B5EF4-FFF2-40B4-BE49-F238E27FC236}">
                <a16:creationId xmlns:a16="http://schemas.microsoft.com/office/drawing/2014/main" id="{0BF9CD4A-E4DB-EE01-5B29-4075C29AAB60}"/>
              </a:ext>
            </a:extLst>
          </p:cNvPr>
          <p:cNvSpPr/>
          <p:nvPr/>
        </p:nvSpPr>
        <p:spPr>
          <a:xfrm>
            <a:off x="6220532" y="889715"/>
            <a:ext cx="2750372" cy="4036237"/>
          </a:xfrm>
          <a:prstGeom prst="roundRect">
            <a:avLst/>
          </a:prstGeom>
          <a:noFill/>
          <a:ln>
            <a:solidFill>
              <a:srgbClr val="CC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Rectangle 2">
            <a:extLst>
              <a:ext uri="{FF2B5EF4-FFF2-40B4-BE49-F238E27FC236}">
                <a16:creationId xmlns:a16="http://schemas.microsoft.com/office/drawing/2014/main" id="{C939EA12-22FE-D22F-7F8A-657C97D956A0}"/>
              </a:ext>
            </a:extLst>
          </p:cNvPr>
          <p:cNvSpPr>
            <a:spLocks noChangeArrowheads="1"/>
          </p:cNvSpPr>
          <p:nvPr/>
        </p:nvSpPr>
        <p:spPr bwMode="auto">
          <a:xfrm>
            <a:off x="3196814" y="3366807"/>
            <a:ext cx="2750372"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defTabSz="914400" eaLnBrk="0" fontAlgn="base" hangingPunct="0">
              <a:spcBef>
                <a:spcPct val="0"/>
              </a:spcBef>
              <a:spcAft>
                <a:spcPct val="0"/>
              </a:spcAft>
            </a:pPr>
            <a:r>
              <a:rPr lang="en-US" sz="1400" dirty="0" err="1"/>
              <a:t>HomeBase</a:t>
            </a:r>
            <a:r>
              <a:rPr lang="en-US" sz="1400" dirty="0"/>
              <a:t> helps her find nearby places, communities, clubs, and WhatsApp groups for lone soldiers like her.</a:t>
            </a:r>
          </a:p>
          <a:p>
            <a:pPr lvl="0" algn="ctr" defTabSz="914400" eaLnBrk="0" fontAlgn="base" hangingPunct="0">
              <a:spcBef>
                <a:spcPct val="0"/>
              </a:spcBef>
              <a:spcAft>
                <a:spcPct val="0"/>
              </a:spcAft>
            </a:pPr>
            <a:endParaRPr kumimoji="0" lang="en-IL" altLang="en-IL" sz="1400" b="0" i="0" u="none" strike="noStrike" cap="none" normalizeH="0" baseline="0" dirty="0">
              <a:ln>
                <a:noFill/>
              </a:ln>
              <a:solidFill>
                <a:schemeClr val="tx1"/>
              </a:solidFill>
              <a:effectLst/>
              <a:latin typeface="Arial" panose="020B0604020202020204" pitchFamily="34" charset="0"/>
            </a:endParaRPr>
          </a:p>
        </p:txBody>
      </p:sp>
      <p:sp>
        <p:nvSpPr>
          <p:cNvPr id="26" name="Rectangle 2">
            <a:extLst>
              <a:ext uri="{FF2B5EF4-FFF2-40B4-BE49-F238E27FC236}">
                <a16:creationId xmlns:a16="http://schemas.microsoft.com/office/drawing/2014/main" id="{F547F142-FCC9-4954-0A55-7EB15920C8E4}"/>
              </a:ext>
            </a:extLst>
          </p:cNvPr>
          <p:cNvSpPr>
            <a:spLocks noChangeArrowheads="1"/>
          </p:cNvSpPr>
          <p:nvPr/>
        </p:nvSpPr>
        <p:spPr bwMode="auto">
          <a:xfrm>
            <a:off x="6860477" y="2551826"/>
            <a:ext cx="159133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US" b="1" dirty="0"/>
              <a:t>Eitan</a:t>
            </a:r>
            <a:r>
              <a:rPr lang="en-US" dirty="0"/>
              <a:t> </a:t>
            </a:r>
            <a:endParaRPr lang="he-IL" altLang="en-IL" b="1" dirty="0">
              <a:latin typeface="Arial" panose="020B0604020202020204" pitchFamily="34" charset="0"/>
            </a:endParaRPr>
          </a:p>
          <a:p>
            <a:pPr lvl="0" algn="ctr" defTabSz="914400" eaLnBrk="0" fontAlgn="base" hangingPunct="0">
              <a:spcBef>
                <a:spcPct val="0"/>
              </a:spcBef>
              <a:spcAft>
                <a:spcPct val="0"/>
              </a:spcAft>
            </a:pPr>
            <a:r>
              <a:rPr lang="en-US" sz="1400" b="1" dirty="0"/>
              <a:t>Israeli Lone Soldier</a:t>
            </a:r>
            <a:endParaRPr kumimoji="0" lang="en-IL" altLang="en-IL" sz="1400" b="1" i="0" u="none" strike="noStrike" cap="none" normalizeH="0" baseline="0" dirty="0">
              <a:ln>
                <a:noFill/>
              </a:ln>
              <a:solidFill>
                <a:schemeClr val="tx1"/>
              </a:solidFill>
              <a:effectLst/>
              <a:latin typeface="Arial" panose="020B0604020202020204" pitchFamily="34" charset="0"/>
            </a:endParaRPr>
          </a:p>
        </p:txBody>
      </p:sp>
      <p:sp>
        <p:nvSpPr>
          <p:cNvPr id="27" name="Rectangle 2">
            <a:extLst>
              <a:ext uri="{FF2B5EF4-FFF2-40B4-BE49-F238E27FC236}">
                <a16:creationId xmlns:a16="http://schemas.microsoft.com/office/drawing/2014/main" id="{D8363D19-818B-4B51-DFAF-046B500D9707}"/>
              </a:ext>
            </a:extLst>
          </p:cNvPr>
          <p:cNvSpPr>
            <a:spLocks noChangeArrowheads="1"/>
          </p:cNvSpPr>
          <p:nvPr/>
        </p:nvSpPr>
        <p:spPr bwMode="auto">
          <a:xfrm>
            <a:off x="6220530" y="3366808"/>
            <a:ext cx="275037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sz="1400" dirty="0" err="1"/>
              <a:t>HomeBase</a:t>
            </a:r>
            <a:r>
              <a:rPr lang="en-US" sz="1400" dirty="0"/>
              <a:t> gives him organized information in his native language, along with a community where he can ask questions and get support.</a:t>
            </a:r>
          </a:p>
        </p:txBody>
      </p:sp>
    </p:spTree>
    <p:extLst>
      <p:ext uri="{BB962C8B-B14F-4D97-AF65-F5344CB8AC3E}">
        <p14:creationId xmlns:p14="http://schemas.microsoft.com/office/powerpoint/2010/main" val="2717912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C9B5DA-FED9-2D77-007A-E4AF9C6E0380}"/>
              </a:ext>
            </a:extLst>
          </p:cNvPr>
          <p:cNvPicPr>
            <a:picLocks noChangeAspect="1"/>
          </p:cNvPicPr>
          <p:nvPr/>
        </p:nvPicPr>
        <p:blipFill>
          <a:blip r:embed="rId3"/>
          <a:srcRect t="2395" r="4659" b="9977"/>
          <a:stretch>
            <a:fillRect/>
          </a:stretch>
        </p:blipFill>
        <p:spPr>
          <a:xfrm>
            <a:off x="112542" y="928226"/>
            <a:ext cx="3413695" cy="4079872"/>
          </a:xfrm>
          <a:prstGeom prst="rect">
            <a:avLst/>
          </a:prstGeom>
        </p:spPr>
      </p:pic>
      <p:sp>
        <p:nvSpPr>
          <p:cNvPr id="2" name="TextBox 1">
            <a:extLst>
              <a:ext uri="{FF2B5EF4-FFF2-40B4-BE49-F238E27FC236}">
                <a16:creationId xmlns:a16="http://schemas.microsoft.com/office/drawing/2014/main" id="{233035A1-41D7-865D-5E7F-DB6CD68D6054}"/>
              </a:ext>
            </a:extLst>
          </p:cNvPr>
          <p:cNvSpPr txBox="1"/>
          <p:nvPr/>
        </p:nvSpPr>
        <p:spPr>
          <a:xfrm>
            <a:off x="112542" y="4896"/>
            <a:ext cx="5530078" cy="923330"/>
          </a:xfrm>
          <a:prstGeom prst="rect">
            <a:avLst/>
          </a:prstGeom>
          <a:noFill/>
        </p:spPr>
        <p:txBody>
          <a:bodyPr wrap="square" rtlCol="0">
            <a:spAutoFit/>
          </a:bodyPr>
          <a:lstStyle/>
          <a:p>
            <a:r>
              <a:rPr lang="en-US" sz="5400" b="1" dirty="0">
                <a:solidFill>
                  <a:srgbClr val="CC9900"/>
                </a:solidFill>
                <a:latin typeface="Britannic Bold" panose="020B0903060703020204" pitchFamily="34" charset="0"/>
              </a:rPr>
              <a:t>Our Architecture</a:t>
            </a:r>
            <a:endParaRPr lang="en-IL" dirty="0">
              <a:latin typeface="Britannic Bold" panose="020B0903060703020204" pitchFamily="34" charset="0"/>
            </a:endParaRPr>
          </a:p>
        </p:txBody>
      </p:sp>
      <p:cxnSp>
        <p:nvCxnSpPr>
          <p:cNvPr id="6" name="Connector: Curved 5">
            <a:extLst>
              <a:ext uri="{FF2B5EF4-FFF2-40B4-BE49-F238E27FC236}">
                <a16:creationId xmlns:a16="http://schemas.microsoft.com/office/drawing/2014/main" id="{53B4DF5B-7DB0-F989-3894-881243CD0295}"/>
              </a:ext>
            </a:extLst>
          </p:cNvPr>
          <p:cNvCxnSpPr>
            <a:cxnSpLocks/>
          </p:cNvCxnSpPr>
          <p:nvPr/>
        </p:nvCxnSpPr>
        <p:spPr>
          <a:xfrm flipV="1">
            <a:off x="2517140" y="1308295"/>
            <a:ext cx="2877233" cy="935502"/>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BA4A4760-9825-DA4E-E320-EAC5325DB410}"/>
              </a:ext>
            </a:extLst>
          </p:cNvPr>
          <p:cNvPicPr>
            <a:picLocks noChangeAspect="1"/>
          </p:cNvPicPr>
          <p:nvPr/>
        </p:nvPicPr>
        <p:blipFill>
          <a:blip r:embed="rId4"/>
          <a:srcRect l="787" t="1424" b="957"/>
          <a:stretch>
            <a:fillRect/>
          </a:stretch>
        </p:blipFill>
        <p:spPr>
          <a:xfrm>
            <a:off x="5394373" y="657042"/>
            <a:ext cx="3575062" cy="435105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5FDC1-933D-32ED-5D4A-CAA130F024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8EB597F-FB10-A3F2-9281-DDB28E75C7D6}"/>
              </a:ext>
            </a:extLst>
          </p:cNvPr>
          <p:cNvSpPr txBox="1"/>
          <p:nvPr/>
        </p:nvSpPr>
        <p:spPr>
          <a:xfrm>
            <a:off x="112542" y="4896"/>
            <a:ext cx="5530078" cy="923330"/>
          </a:xfrm>
          <a:prstGeom prst="rect">
            <a:avLst/>
          </a:prstGeom>
          <a:noFill/>
        </p:spPr>
        <p:txBody>
          <a:bodyPr wrap="square" rtlCol="0">
            <a:spAutoFit/>
          </a:bodyPr>
          <a:lstStyle/>
          <a:p>
            <a:r>
              <a:rPr lang="en-US" sz="5400" b="1" dirty="0">
                <a:solidFill>
                  <a:srgbClr val="CC9900"/>
                </a:solidFill>
                <a:latin typeface="Britannic Bold" panose="020B0903060703020204" pitchFamily="34" charset="0"/>
              </a:rPr>
              <a:t>Our Architecture</a:t>
            </a:r>
            <a:endParaRPr lang="en-IL" dirty="0">
              <a:latin typeface="Britannic Bold" panose="020B0903060703020204" pitchFamily="34" charset="0"/>
            </a:endParaRPr>
          </a:p>
        </p:txBody>
      </p:sp>
      <p:pic>
        <p:nvPicPr>
          <p:cNvPr id="7" name="Picture 6">
            <a:extLst>
              <a:ext uri="{FF2B5EF4-FFF2-40B4-BE49-F238E27FC236}">
                <a16:creationId xmlns:a16="http://schemas.microsoft.com/office/drawing/2014/main" id="{3B763815-A668-B3F1-591C-91CDB47EB9E3}"/>
              </a:ext>
            </a:extLst>
          </p:cNvPr>
          <p:cNvPicPr>
            <a:picLocks noChangeAspect="1"/>
          </p:cNvPicPr>
          <p:nvPr/>
        </p:nvPicPr>
        <p:blipFill>
          <a:blip r:embed="rId3"/>
          <a:stretch>
            <a:fillRect/>
          </a:stretch>
        </p:blipFill>
        <p:spPr>
          <a:xfrm>
            <a:off x="689317" y="856683"/>
            <a:ext cx="7765366" cy="4170558"/>
          </a:xfrm>
          <a:prstGeom prst="rect">
            <a:avLst/>
          </a:prstGeom>
        </p:spPr>
      </p:pic>
    </p:spTree>
    <p:extLst>
      <p:ext uri="{BB962C8B-B14F-4D97-AF65-F5344CB8AC3E}">
        <p14:creationId xmlns:p14="http://schemas.microsoft.com/office/powerpoint/2010/main" val="3119904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9AF39-538E-F5E5-7396-1729387748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38F775-39B8-B784-CFB4-10D1B0EA85D2}"/>
              </a:ext>
            </a:extLst>
          </p:cNvPr>
          <p:cNvSpPr txBox="1"/>
          <p:nvPr/>
        </p:nvSpPr>
        <p:spPr>
          <a:xfrm>
            <a:off x="112542" y="-107990"/>
            <a:ext cx="5530078" cy="923330"/>
          </a:xfrm>
          <a:prstGeom prst="rect">
            <a:avLst/>
          </a:prstGeom>
          <a:noFill/>
        </p:spPr>
        <p:txBody>
          <a:bodyPr wrap="square" rtlCol="0">
            <a:spAutoFit/>
          </a:bodyPr>
          <a:lstStyle/>
          <a:p>
            <a:r>
              <a:rPr lang="en-US" sz="5400" b="1" dirty="0">
                <a:solidFill>
                  <a:srgbClr val="CC9900"/>
                </a:solidFill>
                <a:latin typeface="Britannic Bold" panose="020B0903060703020204" pitchFamily="34" charset="0"/>
              </a:rPr>
              <a:t>Our Architecture</a:t>
            </a:r>
            <a:endParaRPr lang="en-IL" dirty="0">
              <a:latin typeface="Britannic Bold" panose="020B0903060703020204" pitchFamily="34" charset="0"/>
            </a:endParaRPr>
          </a:p>
        </p:txBody>
      </p:sp>
      <p:pic>
        <p:nvPicPr>
          <p:cNvPr id="6" name="Picture 5">
            <a:extLst>
              <a:ext uri="{FF2B5EF4-FFF2-40B4-BE49-F238E27FC236}">
                <a16:creationId xmlns:a16="http://schemas.microsoft.com/office/drawing/2014/main" id="{E820D111-C649-F490-03DE-83E8F66EDD7F}"/>
              </a:ext>
            </a:extLst>
          </p:cNvPr>
          <p:cNvPicPr>
            <a:picLocks noChangeAspect="1"/>
          </p:cNvPicPr>
          <p:nvPr/>
        </p:nvPicPr>
        <p:blipFill>
          <a:blip r:embed="rId3"/>
          <a:srcRect r="1528"/>
          <a:stretch>
            <a:fillRect/>
          </a:stretch>
        </p:blipFill>
        <p:spPr>
          <a:xfrm>
            <a:off x="1992005" y="786033"/>
            <a:ext cx="5159989" cy="4251959"/>
          </a:xfrm>
          <a:prstGeom prst="rect">
            <a:avLst/>
          </a:prstGeom>
        </p:spPr>
      </p:pic>
    </p:spTree>
    <p:extLst>
      <p:ext uri="{BB962C8B-B14F-4D97-AF65-F5344CB8AC3E}">
        <p14:creationId xmlns:p14="http://schemas.microsoft.com/office/powerpoint/2010/main" val="2103574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B4CBA-17F3-3FA3-45EB-35F8CBE66B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E6BF97-0C01-54D1-DCDF-3F55E9D518AF}"/>
              </a:ext>
            </a:extLst>
          </p:cNvPr>
          <p:cNvSpPr txBox="1"/>
          <p:nvPr/>
        </p:nvSpPr>
        <p:spPr>
          <a:xfrm>
            <a:off x="112542" y="-107990"/>
            <a:ext cx="5530078" cy="923330"/>
          </a:xfrm>
          <a:prstGeom prst="rect">
            <a:avLst/>
          </a:prstGeom>
          <a:noFill/>
        </p:spPr>
        <p:txBody>
          <a:bodyPr wrap="square" rtlCol="0">
            <a:spAutoFit/>
          </a:bodyPr>
          <a:lstStyle/>
          <a:p>
            <a:r>
              <a:rPr lang="en-US" sz="5400" b="1" dirty="0">
                <a:solidFill>
                  <a:srgbClr val="CC9900"/>
                </a:solidFill>
                <a:latin typeface="Britannic Bold" panose="020B0903060703020204" pitchFamily="34" charset="0"/>
              </a:rPr>
              <a:t>Our Architecture</a:t>
            </a:r>
            <a:endParaRPr lang="en-IL" dirty="0">
              <a:latin typeface="Britannic Bold" panose="020B0903060703020204" pitchFamily="34" charset="0"/>
            </a:endParaRPr>
          </a:p>
        </p:txBody>
      </p:sp>
      <p:pic>
        <p:nvPicPr>
          <p:cNvPr id="4" name="Picture 3">
            <a:extLst>
              <a:ext uri="{FF2B5EF4-FFF2-40B4-BE49-F238E27FC236}">
                <a16:creationId xmlns:a16="http://schemas.microsoft.com/office/drawing/2014/main" id="{B1004BB9-B030-0D92-7A6E-6DFDD4378246}"/>
              </a:ext>
            </a:extLst>
          </p:cNvPr>
          <p:cNvPicPr>
            <a:picLocks noChangeAspect="1"/>
          </p:cNvPicPr>
          <p:nvPr/>
        </p:nvPicPr>
        <p:blipFill>
          <a:blip r:embed="rId3"/>
          <a:srcRect l="4639" t="2023" r="1571" b="2542"/>
          <a:stretch>
            <a:fillRect/>
          </a:stretch>
        </p:blipFill>
        <p:spPr>
          <a:xfrm>
            <a:off x="2278380" y="739139"/>
            <a:ext cx="4091940" cy="4290061"/>
          </a:xfrm>
          <a:prstGeom prst="rect">
            <a:avLst/>
          </a:prstGeom>
        </p:spPr>
      </p:pic>
    </p:spTree>
    <p:extLst>
      <p:ext uri="{BB962C8B-B14F-4D97-AF65-F5344CB8AC3E}">
        <p14:creationId xmlns:p14="http://schemas.microsoft.com/office/powerpoint/2010/main" val="610967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17" name="TextBox 15">
            <a:extLst>
              <a:ext uri="{FF2B5EF4-FFF2-40B4-BE49-F238E27FC236}">
                <a16:creationId xmlns:a16="http://schemas.microsoft.com/office/drawing/2014/main" id="{4D816E89-4FD7-CC07-3336-A2588893C197}"/>
              </a:ext>
            </a:extLst>
          </p:cNvPr>
          <p:cNvSpPr txBox="1"/>
          <p:nvPr/>
        </p:nvSpPr>
        <p:spPr>
          <a:xfrm>
            <a:off x="105688" y="-7315"/>
            <a:ext cx="4940038" cy="769441"/>
          </a:xfrm>
          <a:prstGeom prst="rect">
            <a:avLst/>
          </a:prstGeom>
          <a:noFill/>
        </p:spPr>
        <p:txBody>
          <a:bodyPr wrap="square" rtlCol="0">
            <a:spAutoFit/>
          </a:bodyPr>
          <a:lstStyle/>
          <a:p>
            <a:r>
              <a:rPr lang="en-US" sz="4400" b="1" dirty="0">
                <a:solidFill>
                  <a:srgbClr val="CC9900"/>
                </a:solidFill>
                <a:latin typeface="Britannic Bold" panose="020B0903060703020204" pitchFamily="34" charset="0"/>
              </a:rPr>
              <a:t>App Screen Design</a:t>
            </a:r>
            <a:endParaRPr lang="en-IL" sz="4400" dirty="0">
              <a:latin typeface="Britannic Bold" panose="020B0903060703020204" pitchFamily="34" charset="0"/>
            </a:endParaRPr>
          </a:p>
        </p:txBody>
      </p:sp>
      <p:pic>
        <p:nvPicPr>
          <p:cNvPr id="24" name="תמונה 23">
            <a:extLst>
              <a:ext uri="{FF2B5EF4-FFF2-40B4-BE49-F238E27FC236}">
                <a16:creationId xmlns:a16="http://schemas.microsoft.com/office/drawing/2014/main" id="{EF0368FA-667A-6435-E6F3-0BBDDD1303C2}"/>
              </a:ext>
            </a:extLst>
          </p:cNvPr>
          <p:cNvPicPr>
            <a:picLocks noChangeAspect="1"/>
          </p:cNvPicPr>
          <p:nvPr/>
        </p:nvPicPr>
        <p:blipFill>
          <a:blip r:embed="rId3"/>
          <a:srcRect l="8332" t="15111" r="9875"/>
          <a:stretch>
            <a:fillRect/>
          </a:stretch>
        </p:blipFill>
        <p:spPr>
          <a:xfrm>
            <a:off x="141519" y="1240756"/>
            <a:ext cx="1626311" cy="3825240"/>
          </a:xfrm>
          <a:prstGeom prst="rect">
            <a:avLst/>
          </a:prstGeom>
        </p:spPr>
      </p:pic>
      <p:sp>
        <p:nvSpPr>
          <p:cNvPr id="25" name="Rectangle 2">
            <a:extLst>
              <a:ext uri="{FF2B5EF4-FFF2-40B4-BE49-F238E27FC236}">
                <a16:creationId xmlns:a16="http://schemas.microsoft.com/office/drawing/2014/main" id="{9BBF21D7-E1CA-E4BE-8525-4146CF9E77DC}"/>
              </a:ext>
            </a:extLst>
          </p:cNvPr>
          <p:cNvSpPr>
            <a:spLocks noChangeArrowheads="1"/>
          </p:cNvSpPr>
          <p:nvPr/>
        </p:nvSpPr>
        <p:spPr bwMode="auto">
          <a:xfrm>
            <a:off x="395767" y="930353"/>
            <a:ext cx="116025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US" sz="1400" b="1" dirty="0"/>
              <a:t>Loading Page</a:t>
            </a:r>
            <a:endParaRPr kumimoji="0" lang="en-IL" altLang="en-IL" sz="1400" b="1" i="0" u="none" strike="noStrike" cap="none" normalizeH="0" baseline="0" dirty="0">
              <a:ln>
                <a:noFill/>
              </a:ln>
              <a:solidFill>
                <a:schemeClr val="tx1"/>
              </a:solidFill>
              <a:effectLst/>
              <a:latin typeface="Arial" panose="020B0604020202020204" pitchFamily="34" charset="0"/>
            </a:endParaRPr>
          </a:p>
        </p:txBody>
      </p:sp>
      <p:pic>
        <p:nvPicPr>
          <p:cNvPr id="42" name="תמונה 41">
            <a:extLst>
              <a:ext uri="{FF2B5EF4-FFF2-40B4-BE49-F238E27FC236}">
                <a16:creationId xmlns:a16="http://schemas.microsoft.com/office/drawing/2014/main" id="{409A0265-BD8D-FA5C-B39C-0391A0AF2414}"/>
              </a:ext>
            </a:extLst>
          </p:cNvPr>
          <p:cNvPicPr>
            <a:picLocks noChangeAspect="1"/>
          </p:cNvPicPr>
          <p:nvPr/>
        </p:nvPicPr>
        <p:blipFill>
          <a:blip r:embed="rId4"/>
          <a:stretch>
            <a:fillRect/>
          </a:stretch>
        </p:blipFill>
        <p:spPr>
          <a:xfrm>
            <a:off x="2346243" y="1238130"/>
            <a:ext cx="1668761" cy="3825240"/>
          </a:xfrm>
          <a:prstGeom prst="rect">
            <a:avLst/>
          </a:prstGeom>
        </p:spPr>
      </p:pic>
      <p:sp>
        <p:nvSpPr>
          <p:cNvPr id="43" name="Rectangle 2">
            <a:extLst>
              <a:ext uri="{FF2B5EF4-FFF2-40B4-BE49-F238E27FC236}">
                <a16:creationId xmlns:a16="http://schemas.microsoft.com/office/drawing/2014/main" id="{DB39D061-9776-2364-3295-8308064EE7D7}"/>
              </a:ext>
            </a:extLst>
          </p:cNvPr>
          <p:cNvSpPr>
            <a:spLocks noChangeArrowheads="1"/>
          </p:cNvSpPr>
          <p:nvPr/>
        </p:nvSpPr>
        <p:spPr bwMode="auto">
          <a:xfrm>
            <a:off x="2639068" y="934807"/>
            <a:ext cx="107048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US" sz="1400" b="1" dirty="0"/>
              <a:t>Sign in Page</a:t>
            </a:r>
            <a:endParaRPr kumimoji="0" lang="en-IL" altLang="en-IL" sz="1400" b="1" i="0" u="none" strike="noStrike" cap="none" normalizeH="0" baseline="0" dirty="0">
              <a:ln>
                <a:noFill/>
              </a:ln>
              <a:solidFill>
                <a:schemeClr val="tx1"/>
              </a:solidFill>
              <a:effectLst/>
              <a:latin typeface="Arial" panose="020B0604020202020204" pitchFamily="34" charset="0"/>
            </a:endParaRPr>
          </a:p>
        </p:txBody>
      </p:sp>
      <p:pic>
        <p:nvPicPr>
          <p:cNvPr id="50" name="תמונה 49">
            <a:extLst>
              <a:ext uri="{FF2B5EF4-FFF2-40B4-BE49-F238E27FC236}">
                <a16:creationId xmlns:a16="http://schemas.microsoft.com/office/drawing/2014/main" id="{7CA1F623-651D-911E-FC8B-926F5CDE405D}"/>
              </a:ext>
            </a:extLst>
          </p:cNvPr>
          <p:cNvPicPr>
            <a:picLocks noChangeAspect="1"/>
          </p:cNvPicPr>
          <p:nvPr/>
        </p:nvPicPr>
        <p:blipFill>
          <a:blip r:embed="rId5"/>
          <a:srcRect b="84265"/>
          <a:stretch>
            <a:fillRect/>
          </a:stretch>
        </p:blipFill>
        <p:spPr>
          <a:xfrm>
            <a:off x="7176270" y="803789"/>
            <a:ext cx="1642705" cy="809335"/>
          </a:xfrm>
          <a:prstGeom prst="rect">
            <a:avLst/>
          </a:prstGeom>
        </p:spPr>
      </p:pic>
      <p:pic>
        <p:nvPicPr>
          <p:cNvPr id="54" name="תמונה 53">
            <a:extLst>
              <a:ext uri="{FF2B5EF4-FFF2-40B4-BE49-F238E27FC236}">
                <a16:creationId xmlns:a16="http://schemas.microsoft.com/office/drawing/2014/main" id="{76C95AE6-C9FC-73E0-3998-2477F268B3C4}"/>
              </a:ext>
            </a:extLst>
          </p:cNvPr>
          <p:cNvPicPr>
            <a:picLocks noChangeAspect="1"/>
          </p:cNvPicPr>
          <p:nvPr/>
        </p:nvPicPr>
        <p:blipFill>
          <a:blip r:embed="rId5"/>
          <a:srcRect t="32741"/>
          <a:stretch>
            <a:fillRect/>
          </a:stretch>
        </p:blipFill>
        <p:spPr>
          <a:xfrm>
            <a:off x="7176270" y="1613124"/>
            <a:ext cx="1642705" cy="3459480"/>
          </a:xfrm>
          <a:prstGeom prst="rect">
            <a:avLst/>
          </a:prstGeom>
        </p:spPr>
      </p:pic>
      <p:sp>
        <p:nvSpPr>
          <p:cNvPr id="55" name="Rectangle 2">
            <a:extLst>
              <a:ext uri="{FF2B5EF4-FFF2-40B4-BE49-F238E27FC236}">
                <a16:creationId xmlns:a16="http://schemas.microsoft.com/office/drawing/2014/main" id="{259446E0-A21A-C0DB-2D10-812B9EFC2C0F}"/>
              </a:ext>
            </a:extLst>
          </p:cNvPr>
          <p:cNvSpPr>
            <a:spLocks noChangeArrowheads="1"/>
          </p:cNvSpPr>
          <p:nvPr/>
        </p:nvSpPr>
        <p:spPr bwMode="auto">
          <a:xfrm>
            <a:off x="7550535" y="496012"/>
            <a:ext cx="10239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US" sz="1400" b="1" dirty="0"/>
              <a:t>Home Page</a:t>
            </a:r>
            <a:endParaRPr kumimoji="0" lang="en-IL" altLang="en-IL" sz="1400" b="1" i="0" u="none" strike="noStrike" cap="none" normalizeH="0" baseline="0" dirty="0">
              <a:ln>
                <a:noFill/>
              </a:ln>
              <a:solidFill>
                <a:schemeClr val="tx1"/>
              </a:solidFill>
              <a:effectLst/>
              <a:latin typeface="Arial" panose="020B0604020202020204" pitchFamily="34" charset="0"/>
            </a:endParaRPr>
          </a:p>
        </p:txBody>
      </p:sp>
      <p:sp>
        <p:nvSpPr>
          <p:cNvPr id="59" name="מלבן: פינות מעוגלות 58">
            <a:extLst>
              <a:ext uri="{FF2B5EF4-FFF2-40B4-BE49-F238E27FC236}">
                <a16:creationId xmlns:a16="http://schemas.microsoft.com/office/drawing/2014/main" id="{CF0BE6B4-2BF6-4339-47D4-94B7F4BA1ABE}"/>
              </a:ext>
            </a:extLst>
          </p:cNvPr>
          <p:cNvSpPr/>
          <p:nvPr/>
        </p:nvSpPr>
        <p:spPr>
          <a:xfrm>
            <a:off x="8508407" y="4826599"/>
            <a:ext cx="203913" cy="202131"/>
          </a:xfrm>
          <a:prstGeom prst="round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60" name="תמונה 59">
            <a:extLst>
              <a:ext uri="{FF2B5EF4-FFF2-40B4-BE49-F238E27FC236}">
                <a16:creationId xmlns:a16="http://schemas.microsoft.com/office/drawing/2014/main" id="{0F904120-CE81-3BF6-381B-006770B3EB8D}"/>
              </a:ext>
            </a:extLst>
          </p:cNvPr>
          <p:cNvPicPr>
            <a:picLocks noChangeAspect="1"/>
          </p:cNvPicPr>
          <p:nvPr/>
        </p:nvPicPr>
        <p:blipFill>
          <a:blip r:embed="rId6"/>
          <a:srcRect l="42220" t="18875" r="42582" b="17064"/>
          <a:stretch>
            <a:fillRect/>
          </a:stretch>
        </p:blipFill>
        <p:spPr>
          <a:xfrm>
            <a:off x="8508407" y="4815501"/>
            <a:ext cx="132253" cy="185821"/>
          </a:xfrm>
          <a:prstGeom prst="rect">
            <a:avLst/>
          </a:prstGeom>
        </p:spPr>
      </p:pic>
      <p:sp>
        <p:nvSpPr>
          <p:cNvPr id="69" name="Rectangle 2">
            <a:extLst>
              <a:ext uri="{FF2B5EF4-FFF2-40B4-BE49-F238E27FC236}">
                <a16:creationId xmlns:a16="http://schemas.microsoft.com/office/drawing/2014/main" id="{0C227005-CB31-CF15-DBE7-C8E54D4CBF79}"/>
              </a:ext>
            </a:extLst>
          </p:cNvPr>
          <p:cNvSpPr>
            <a:spLocks noChangeArrowheads="1"/>
          </p:cNvSpPr>
          <p:nvPr/>
        </p:nvSpPr>
        <p:spPr bwMode="auto">
          <a:xfrm>
            <a:off x="5045726" y="894977"/>
            <a:ext cx="112178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US" sz="1400" b="1" dirty="0"/>
              <a:t>Sign up Page</a:t>
            </a:r>
            <a:endParaRPr kumimoji="0" lang="en-IL" altLang="en-IL" sz="1400" b="1" i="0" u="none" strike="noStrike" cap="none" normalizeH="0" baseline="0" dirty="0">
              <a:ln>
                <a:noFill/>
              </a:ln>
              <a:solidFill>
                <a:schemeClr val="tx1"/>
              </a:solidFill>
              <a:effectLst/>
              <a:latin typeface="Arial" panose="020B0604020202020204" pitchFamily="34" charset="0"/>
            </a:endParaRPr>
          </a:p>
        </p:txBody>
      </p:sp>
      <p:pic>
        <p:nvPicPr>
          <p:cNvPr id="94" name="תמונה 93">
            <a:extLst>
              <a:ext uri="{FF2B5EF4-FFF2-40B4-BE49-F238E27FC236}">
                <a16:creationId xmlns:a16="http://schemas.microsoft.com/office/drawing/2014/main" id="{9E1DCADC-D854-2EDA-4DB2-9B68120509A6}"/>
              </a:ext>
            </a:extLst>
          </p:cNvPr>
          <p:cNvPicPr>
            <a:picLocks noChangeAspect="1"/>
          </p:cNvPicPr>
          <p:nvPr/>
        </p:nvPicPr>
        <p:blipFill>
          <a:blip r:embed="rId7"/>
          <a:srcRect l="1858" r="2726" b="2483"/>
          <a:stretch>
            <a:fillRect/>
          </a:stretch>
        </p:blipFill>
        <p:spPr>
          <a:xfrm>
            <a:off x="4624460" y="1230961"/>
            <a:ext cx="1982161" cy="3823113"/>
          </a:xfrm>
          <a:prstGeom prst="rect">
            <a:avLst/>
          </a:prstGeom>
        </p:spPr>
      </p:pic>
      <p:sp>
        <p:nvSpPr>
          <p:cNvPr id="98" name="מלבן: פינות מעוגלות 97">
            <a:extLst>
              <a:ext uri="{FF2B5EF4-FFF2-40B4-BE49-F238E27FC236}">
                <a16:creationId xmlns:a16="http://schemas.microsoft.com/office/drawing/2014/main" id="{861C4DCF-4267-4DE9-267C-DA495FA2C01A}"/>
              </a:ext>
            </a:extLst>
          </p:cNvPr>
          <p:cNvSpPr/>
          <p:nvPr/>
        </p:nvSpPr>
        <p:spPr>
          <a:xfrm>
            <a:off x="7223462" y="834130"/>
            <a:ext cx="125992" cy="137191"/>
          </a:xfrm>
          <a:prstGeom prst="roundRect">
            <a:avLst/>
          </a:prstGeom>
          <a:solidFill>
            <a:srgbClr val="FBF9F4"/>
          </a:solidFill>
          <a:ln>
            <a:solidFill>
              <a:srgbClr val="FBF9F4"/>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97" name="תמונה 96">
            <a:extLst>
              <a:ext uri="{FF2B5EF4-FFF2-40B4-BE49-F238E27FC236}">
                <a16:creationId xmlns:a16="http://schemas.microsoft.com/office/drawing/2014/main" id="{8C411C7A-2F93-C8AE-2F18-018B30568E95}"/>
              </a:ext>
            </a:extLst>
          </p:cNvPr>
          <p:cNvPicPr>
            <a:picLocks noChangeAspect="1"/>
          </p:cNvPicPr>
          <p:nvPr/>
        </p:nvPicPr>
        <p:blipFill>
          <a:blip r:embed="rId8"/>
          <a:stretch/>
        </p:blipFill>
        <p:spPr>
          <a:xfrm>
            <a:off x="7201295" y="826366"/>
            <a:ext cx="167532" cy="167532"/>
          </a:xfrm>
          <a:prstGeom prst="rect">
            <a:avLst/>
          </a:prstGeom>
        </p:spPr>
      </p:pic>
      <p:sp>
        <p:nvSpPr>
          <p:cNvPr id="2" name="Rectangle 1">
            <a:extLst>
              <a:ext uri="{FF2B5EF4-FFF2-40B4-BE49-F238E27FC236}">
                <a16:creationId xmlns:a16="http://schemas.microsoft.com/office/drawing/2014/main" id="{F9EBA8CA-6550-0956-911F-BD03EC724807}"/>
              </a:ext>
            </a:extLst>
          </p:cNvPr>
          <p:cNvSpPr/>
          <p:nvPr/>
        </p:nvSpPr>
        <p:spPr>
          <a:xfrm>
            <a:off x="4651382" y="1545974"/>
            <a:ext cx="1902460" cy="124460"/>
          </a:xfrm>
          <a:prstGeom prst="rect">
            <a:avLst/>
          </a:prstGeom>
          <a:solidFill>
            <a:srgbClr val="FBF9F5"/>
          </a:solidFill>
          <a:ln>
            <a:solidFill>
              <a:srgbClr val="FBF9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 name="Arrow: Right 2">
            <a:extLst>
              <a:ext uri="{FF2B5EF4-FFF2-40B4-BE49-F238E27FC236}">
                <a16:creationId xmlns:a16="http://schemas.microsoft.com/office/drawing/2014/main" id="{EF602549-DD60-D551-A8F4-278A84FE93D6}"/>
              </a:ext>
            </a:extLst>
          </p:cNvPr>
          <p:cNvSpPr/>
          <p:nvPr/>
        </p:nvSpPr>
        <p:spPr>
          <a:xfrm>
            <a:off x="4086664" y="3069572"/>
            <a:ext cx="485336" cy="200339"/>
          </a:xfrm>
          <a:prstGeom prst="rightArrow">
            <a:avLst/>
          </a:prstGeom>
          <a:solidFill>
            <a:schemeClr val="bg1">
              <a:lumMod val="60000"/>
              <a:lumOff val="4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 name="Arrow: Right 3">
            <a:extLst>
              <a:ext uri="{FF2B5EF4-FFF2-40B4-BE49-F238E27FC236}">
                <a16:creationId xmlns:a16="http://schemas.microsoft.com/office/drawing/2014/main" id="{65874E47-98CB-AD8C-F4D2-DA94D02C8F08}"/>
              </a:ext>
            </a:extLst>
          </p:cNvPr>
          <p:cNvSpPr/>
          <p:nvPr/>
        </p:nvSpPr>
        <p:spPr>
          <a:xfrm>
            <a:off x="6659081" y="3069572"/>
            <a:ext cx="485336" cy="200339"/>
          </a:xfrm>
          <a:prstGeom prst="rightArrow">
            <a:avLst/>
          </a:prstGeom>
          <a:solidFill>
            <a:schemeClr val="bg1">
              <a:lumMod val="60000"/>
              <a:lumOff val="4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Arrow: Right 4">
            <a:extLst>
              <a:ext uri="{FF2B5EF4-FFF2-40B4-BE49-F238E27FC236}">
                <a16:creationId xmlns:a16="http://schemas.microsoft.com/office/drawing/2014/main" id="{D403004D-255F-E0B5-BEAB-3E33B248CC6B}"/>
              </a:ext>
            </a:extLst>
          </p:cNvPr>
          <p:cNvSpPr/>
          <p:nvPr/>
        </p:nvSpPr>
        <p:spPr>
          <a:xfrm>
            <a:off x="1825322" y="3069572"/>
            <a:ext cx="485336" cy="200339"/>
          </a:xfrm>
          <a:prstGeom prst="rightArrow">
            <a:avLst/>
          </a:prstGeom>
          <a:solidFill>
            <a:schemeClr val="bg1">
              <a:lumMod val="60000"/>
              <a:lumOff val="4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pic>
        <p:nvPicPr>
          <p:cNvPr id="7" name="תמונה 6">
            <a:extLst>
              <a:ext uri="{FF2B5EF4-FFF2-40B4-BE49-F238E27FC236}">
                <a16:creationId xmlns:a16="http://schemas.microsoft.com/office/drawing/2014/main" id="{BD4D2D93-DB06-4706-FC16-00C8ED09CBE0}"/>
              </a:ext>
            </a:extLst>
          </p:cNvPr>
          <p:cNvPicPr>
            <a:picLocks noChangeAspect="1"/>
          </p:cNvPicPr>
          <p:nvPr/>
        </p:nvPicPr>
        <p:blipFill>
          <a:blip r:embed="rId9"/>
          <a:srcRect/>
          <a:stretch>
            <a:fillRect/>
          </a:stretch>
        </p:blipFill>
        <p:spPr>
          <a:xfrm>
            <a:off x="205151" y="1252468"/>
            <a:ext cx="1501729" cy="1612652"/>
          </a:xfrm>
          <a:prstGeom prst="rect">
            <a:avLst/>
          </a:prstGeom>
        </p:spPr>
      </p:pic>
      <p:sp>
        <p:nvSpPr>
          <p:cNvPr id="6" name="Rectangle 5">
            <a:extLst>
              <a:ext uri="{FF2B5EF4-FFF2-40B4-BE49-F238E27FC236}">
                <a16:creationId xmlns:a16="http://schemas.microsoft.com/office/drawing/2014/main" id="{F0AE8FA0-729E-BCC8-D89A-54EEA104FE9A}"/>
              </a:ext>
            </a:extLst>
          </p:cNvPr>
          <p:cNvSpPr/>
          <p:nvPr/>
        </p:nvSpPr>
        <p:spPr>
          <a:xfrm>
            <a:off x="1154420" y="4720120"/>
            <a:ext cx="613410" cy="308610"/>
          </a:xfrm>
          <a:prstGeom prst="rect">
            <a:avLst/>
          </a:prstGeom>
          <a:solidFill>
            <a:srgbClr val="DBEA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CC0F0-6132-CAD0-5601-8E051FE4F585}"/>
            </a:ext>
          </a:extLst>
        </p:cNvPr>
        <p:cNvGrpSpPr/>
        <p:nvPr/>
      </p:nvGrpSpPr>
      <p:grpSpPr>
        <a:xfrm>
          <a:off x="0" y="0"/>
          <a:ext cx="0" cy="0"/>
          <a:chOff x="0" y="0"/>
          <a:chExt cx="0" cy="0"/>
        </a:xfrm>
      </p:grpSpPr>
      <p:sp>
        <p:nvSpPr>
          <p:cNvPr id="17" name="TextBox 15">
            <a:extLst>
              <a:ext uri="{FF2B5EF4-FFF2-40B4-BE49-F238E27FC236}">
                <a16:creationId xmlns:a16="http://schemas.microsoft.com/office/drawing/2014/main" id="{611669F8-F2B9-8E02-1FB9-697D96F67EEF}"/>
              </a:ext>
            </a:extLst>
          </p:cNvPr>
          <p:cNvSpPr txBox="1"/>
          <p:nvPr/>
        </p:nvSpPr>
        <p:spPr>
          <a:xfrm>
            <a:off x="105687" y="-7315"/>
            <a:ext cx="4878219" cy="769441"/>
          </a:xfrm>
          <a:prstGeom prst="rect">
            <a:avLst/>
          </a:prstGeom>
          <a:noFill/>
        </p:spPr>
        <p:txBody>
          <a:bodyPr wrap="square" rtlCol="0">
            <a:spAutoFit/>
          </a:bodyPr>
          <a:lstStyle/>
          <a:p>
            <a:r>
              <a:rPr lang="en-US" sz="4400" b="1" dirty="0">
                <a:solidFill>
                  <a:srgbClr val="CC9900"/>
                </a:solidFill>
                <a:latin typeface="Britannic Bold" panose="020B0903060703020204" pitchFamily="34" charset="0"/>
              </a:rPr>
              <a:t>App Screen Design</a:t>
            </a:r>
            <a:endParaRPr lang="en-IL" sz="4400" dirty="0">
              <a:latin typeface="Britannic Bold" panose="020B0903060703020204" pitchFamily="34" charset="0"/>
            </a:endParaRPr>
          </a:p>
        </p:txBody>
      </p:sp>
      <p:pic>
        <p:nvPicPr>
          <p:cNvPr id="31" name="תמונה 30">
            <a:extLst>
              <a:ext uri="{FF2B5EF4-FFF2-40B4-BE49-F238E27FC236}">
                <a16:creationId xmlns:a16="http://schemas.microsoft.com/office/drawing/2014/main" id="{5E5E8BB3-3782-191F-47AB-E28E90C51C9A}"/>
              </a:ext>
            </a:extLst>
          </p:cNvPr>
          <p:cNvPicPr>
            <a:picLocks noChangeAspect="1"/>
          </p:cNvPicPr>
          <p:nvPr/>
        </p:nvPicPr>
        <p:blipFill>
          <a:blip r:embed="rId3"/>
          <a:srcRect b="39704"/>
          <a:stretch>
            <a:fillRect/>
          </a:stretch>
        </p:blipFill>
        <p:spPr>
          <a:xfrm>
            <a:off x="5169931" y="299088"/>
            <a:ext cx="1451959" cy="4050628"/>
          </a:xfrm>
          <a:prstGeom prst="rect">
            <a:avLst/>
          </a:prstGeom>
        </p:spPr>
      </p:pic>
      <p:pic>
        <p:nvPicPr>
          <p:cNvPr id="37" name="תמונה 36">
            <a:extLst>
              <a:ext uri="{FF2B5EF4-FFF2-40B4-BE49-F238E27FC236}">
                <a16:creationId xmlns:a16="http://schemas.microsoft.com/office/drawing/2014/main" id="{FF8D0684-235D-2017-52AB-BE47A436DDA6}"/>
              </a:ext>
            </a:extLst>
          </p:cNvPr>
          <p:cNvPicPr>
            <a:picLocks noChangeAspect="1"/>
          </p:cNvPicPr>
          <p:nvPr/>
        </p:nvPicPr>
        <p:blipFill>
          <a:blip r:embed="rId3"/>
          <a:srcRect t="89570" b="1"/>
          <a:stretch>
            <a:fillRect/>
          </a:stretch>
        </p:blipFill>
        <p:spPr>
          <a:xfrm>
            <a:off x="5166671" y="4327086"/>
            <a:ext cx="1455219" cy="716280"/>
          </a:xfrm>
          <a:prstGeom prst="rect">
            <a:avLst/>
          </a:prstGeom>
        </p:spPr>
      </p:pic>
      <p:sp>
        <p:nvSpPr>
          <p:cNvPr id="38" name="Rectangle 2">
            <a:extLst>
              <a:ext uri="{FF2B5EF4-FFF2-40B4-BE49-F238E27FC236}">
                <a16:creationId xmlns:a16="http://schemas.microsoft.com/office/drawing/2014/main" id="{F2C4A9E7-BFED-17E4-D49F-347986B7AFAE}"/>
              </a:ext>
            </a:extLst>
          </p:cNvPr>
          <p:cNvSpPr>
            <a:spLocks noChangeArrowheads="1"/>
          </p:cNvSpPr>
          <p:nvPr/>
        </p:nvSpPr>
        <p:spPr bwMode="auto">
          <a:xfrm>
            <a:off x="5365797" y="-7315"/>
            <a:ext cx="106830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US" sz="1400" b="1" dirty="0"/>
              <a:t>Profile Page</a:t>
            </a:r>
            <a:endParaRPr kumimoji="0" lang="en-IL" altLang="en-IL" sz="1400" b="1" i="0" u="none" strike="noStrike" cap="none" normalizeH="0" baseline="0" dirty="0">
              <a:ln>
                <a:noFill/>
              </a:ln>
              <a:solidFill>
                <a:schemeClr val="tx1"/>
              </a:solidFill>
              <a:effectLst/>
              <a:latin typeface="Arial" panose="020B0604020202020204" pitchFamily="34" charset="0"/>
            </a:endParaRPr>
          </a:p>
        </p:txBody>
      </p:sp>
      <p:sp>
        <p:nvSpPr>
          <p:cNvPr id="44" name="מלבן 43">
            <a:extLst>
              <a:ext uri="{FF2B5EF4-FFF2-40B4-BE49-F238E27FC236}">
                <a16:creationId xmlns:a16="http://schemas.microsoft.com/office/drawing/2014/main" id="{E30522C1-63E9-C48F-9017-533B2D74432A}"/>
              </a:ext>
            </a:extLst>
          </p:cNvPr>
          <p:cNvSpPr/>
          <p:nvPr/>
        </p:nvSpPr>
        <p:spPr>
          <a:xfrm>
            <a:off x="6295338" y="4349716"/>
            <a:ext cx="281056" cy="383365"/>
          </a:xfrm>
          <a:prstGeom prst="rect">
            <a:avLst/>
          </a:prstGeom>
          <a:solidFill>
            <a:srgbClr val="FBF9F4"/>
          </a:solidFill>
          <a:ln>
            <a:solidFill>
              <a:srgbClr val="FBF9F4"/>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6" name="מלבן: פינות מעוגלות 45">
            <a:extLst>
              <a:ext uri="{FF2B5EF4-FFF2-40B4-BE49-F238E27FC236}">
                <a16:creationId xmlns:a16="http://schemas.microsoft.com/office/drawing/2014/main" id="{984A6618-F4D4-2D07-384C-26538EE70159}"/>
              </a:ext>
            </a:extLst>
          </p:cNvPr>
          <p:cNvSpPr/>
          <p:nvPr/>
        </p:nvSpPr>
        <p:spPr>
          <a:xfrm>
            <a:off x="6372500" y="4760487"/>
            <a:ext cx="203913" cy="202131"/>
          </a:xfrm>
          <a:prstGeom prst="round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50" name="תמונה 49">
            <a:extLst>
              <a:ext uri="{FF2B5EF4-FFF2-40B4-BE49-F238E27FC236}">
                <a16:creationId xmlns:a16="http://schemas.microsoft.com/office/drawing/2014/main" id="{C9AF118D-1494-82A4-43D8-FC0065854891}"/>
              </a:ext>
            </a:extLst>
          </p:cNvPr>
          <p:cNvPicPr>
            <a:picLocks noChangeAspect="1"/>
          </p:cNvPicPr>
          <p:nvPr/>
        </p:nvPicPr>
        <p:blipFill>
          <a:blip r:embed="rId4"/>
          <a:srcRect b="84265"/>
          <a:stretch>
            <a:fillRect/>
          </a:stretch>
        </p:blipFill>
        <p:spPr>
          <a:xfrm>
            <a:off x="7242397" y="753307"/>
            <a:ext cx="1642705" cy="809335"/>
          </a:xfrm>
          <a:prstGeom prst="rect">
            <a:avLst/>
          </a:prstGeom>
        </p:spPr>
      </p:pic>
      <p:pic>
        <p:nvPicPr>
          <p:cNvPr id="54" name="תמונה 53">
            <a:extLst>
              <a:ext uri="{FF2B5EF4-FFF2-40B4-BE49-F238E27FC236}">
                <a16:creationId xmlns:a16="http://schemas.microsoft.com/office/drawing/2014/main" id="{49DA2193-36B9-ABF6-5860-472E6EA79641}"/>
              </a:ext>
            </a:extLst>
          </p:cNvPr>
          <p:cNvPicPr>
            <a:picLocks noChangeAspect="1"/>
          </p:cNvPicPr>
          <p:nvPr/>
        </p:nvPicPr>
        <p:blipFill>
          <a:blip r:embed="rId4"/>
          <a:srcRect t="32741"/>
          <a:stretch>
            <a:fillRect/>
          </a:stretch>
        </p:blipFill>
        <p:spPr>
          <a:xfrm>
            <a:off x="7242397" y="1562642"/>
            <a:ext cx="1642705" cy="3459480"/>
          </a:xfrm>
          <a:prstGeom prst="rect">
            <a:avLst/>
          </a:prstGeom>
        </p:spPr>
      </p:pic>
      <p:sp>
        <p:nvSpPr>
          <p:cNvPr id="55" name="Rectangle 2">
            <a:extLst>
              <a:ext uri="{FF2B5EF4-FFF2-40B4-BE49-F238E27FC236}">
                <a16:creationId xmlns:a16="http://schemas.microsoft.com/office/drawing/2014/main" id="{5BB28D0C-67CB-E858-CF1F-5E6A1A12E566}"/>
              </a:ext>
            </a:extLst>
          </p:cNvPr>
          <p:cNvSpPr>
            <a:spLocks noChangeArrowheads="1"/>
          </p:cNvSpPr>
          <p:nvPr/>
        </p:nvSpPr>
        <p:spPr bwMode="auto">
          <a:xfrm>
            <a:off x="7616662" y="445530"/>
            <a:ext cx="10239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US" sz="1400" b="1" dirty="0"/>
              <a:t>Home Page</a:t>
            </a:r>
            <a:endParaRPr kumimoji="0" lang="en-IL" altLang="en-IL" sz="1400" b="1" i="0" u="none" strike="noStrike" cap="none" normalizeH="0" baseline="0" dirty="0">
              <a:ln>
                <a:noFill/>
              </a:ln>
              <a:solidFill>
                <a:schemeClr val="tx1"/>
              </a:solidFill>
              <a:effectLst/>
              <a:latin typeface="Arial" panose="020B0604020202020204" pitchFamily="34" charset="0"/>
            </a:endParaRPr>
          </a:p>
        </p:txBody>
      </p:sp>
      <p:pic>
        <p:nvPicPr>
          <p:cNvPr id="58" name="תמונה 57">
            <a:extLst>
              <a:ext uri="{FF2B5EF4-FFF2-40B4-BE49-F238E27FC236}">
                <a16:creationId xmlns:a16="http://schemas.microsoft.com/office/drawing/2014/main" id="{DCC0FC4D-FD27-4C9F-EB4C-4EC08502038F}"/>
              </a:ext>
            </a:extLst>
          </p:cNvPr>
          <p:cNvPicPr>
            <a:picLocks noChangeAspect="1"/>
          </p:cNvPicPr>
          <p:nvPr/>
        </p:nvPicPr>
        <p:blipFill>
          <a:blip r:embed="rId5"/>
          <a:srcRect l="42220" t="18875" r="42582" b="17064"/>
          <a:stretch>
            <a:fillRect/>
          </a:stretch>
        </p:blipFill>
        <p:spPr>
          <a:xfrm>
            <a:off x="6372500" y="4804205"/>
            <a:ext cx="132253" cy="185821"/>
          </a:xfrm>
          <a:prstGeom prst="rect">
            <a:avLst/>
          </a:prstGeom>
        </p:spPr>
      </p:pic>
      <p:sp>
        <p:nvSpPr>
          <p:cNvPr id="59" name="מלבן: פינות מעוגלות 58">
            <a:extLst>
              <a:ext uri="{FF2B5EF4-FFF2-40B4-BE49-F238E27FC236}">
                <a16:creationId xmlns:a16="http://schemas.microsoft.com/office/drawing/2014/main" id="{2CA32495-CFDB-61ED-05E9-A86078B66D29}"/>
              </a:ext>
            </a:extLst>
          </p:cNvPr>
          <p:cNvSpPr/>
          <p:nvPr/>
        </p:nvSpPr>
        <p:spPr>
          <a:xfrm>
            <a:off x="8574534" y="4776117"/>
            <a:ext cx="203913" cy="202131"/>
          </a:xfrm>
          <a:prstGeom prst="round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60" name="תמונה 59">
            <a:extLst>
              <a:ext uri="{FF2B5EF4-FFF2-40B4-BE49-F238E27FC236}">
                <a16:creationId xmlns:a16="http://schemas.microsoft.com/office/drawing/2014/main" id="{0AC514F4-69BA-9A8D-F253-0C9EDBA8E14A}"/>
              </a:ext>
            </a:extLst>
          </p:cNvPr>
          <p:cNvPicPr>
            <a:picLocks noChangeAspect="1"/>
          </p:cNvPicPr>
          <p:nvPr/>
        </p:nvPicPr>
        <p:blipFill>
          <a:blip r:embed="rId5"/>
          <a:srcRect l="42220" t="18875" r="42582" b="17064"/>
          <a:stretch>
            <a:fillRect/>
          </a:stretch>
        </p:blipFill>
        <p:spPr>
          <a:xfrm>
            <a:off x="8574534" y="4765019"/>
            <a:ext cx="132253" cy="185821"/>
          </a:xfrm>
          <a:prstGeom prst="rect">
            <a:avLst/>
          </a:prstGeom>
        </p:spPr>
      </p:pic>
      <p:sp>
        <p:nvSpPr>
          <p:cNvPr id="98" name="מלבן: פינות מעוגלות 97">
            <a:extLst>
              <a:ext uri="{FF2B5EF4-FFF2-40B4-BE49-F238E27FC236}">
                <a16:creationId xmlns:a16="http://schemas.microsoft.com/office/drawing/2014/main" id="{2E7E9DD6-EFB5-219D-93B4-7BDCEAC0A75D}"/>
              </a:ext>
            </a:extLst>
          </p:cNvPr>
          <p:cNvSpPr/>
          <p:nvPr/>
        </p:nvSpPr>
        <p:spPr>
          <a:xfrm>
            <a:off x="7289589" y="783648"/>
            <a:ext cx="125992" cy="137191"/>
          </a:xfrm>
          <a:prstGeom prst="roundRect">
            <a:avLst/>
          </a:prstGeom>
          <a:solidFill>
            <a:srgbClr val="FBF9F4"/>
          </a:solidFill>
          <a:ln>
            <a:solidFill>
              <a:srgbClr val="FBF9F4"/>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97" name="תמונה 96">
            <a:extLst>
              <a:ext uri="{FF2B5EF4-FFF2-40B4-BE49-F238E27FC236}">
                <a16:creationId xmlns:a16="http://schemas.microsoft.com/office/drawing/2014/main" id="{F3CFF1CF-B1B7-9821-3FE9-51A2E3FE5994}"/>
              </a:ext>
            </a:extLst>
          </p:cNvPr>
          <p:cNvPicPr>
            <a:picLocks noChangeAspect="1"/>
          </p:cNvPicPr>
          <p:nvPr/>
        </p:nvPicPr>
        <p:blipFill>
          <a:blip r:embed="rId6"/>
          <a:stretch/>
        </p:blipFill>
        <p:spPr>
          <a:xfrm>
            <a:off x="7267422" y="775884"/>
            <a:ext cx="167532" cy="167532"/>
          </a:xfrm>
          <a:prstGeom prst="rect">
            <a:avLst/>
          </a:prstGeom>
        </p:spPr>
      </p:pic>
      <p:sp>
        <p:nvSpPr>
          <p:cNvPr id="3" name="Arrow: Right 2">
            <a:extLst>
              <a:ext uri="{FF2B5EF4-FFF2-40B4-BE49-F238E27FC236}">
                <a16:creationId xmlns:a16="http://schemas.microsoft.com/office/drawing/2014/main" id="{B44F1E61-DD52-0443-97A0-6B491A1E3488}"/>
              </a:ext>
            </a:extLst>
          </p:cNvPr>
          <p:cNvSpPr/>
          <p:nvPr/>
        </p:nvSpPr>
        <p:spPr>
          <a:xfrm rot="10800000">
            <a:off x="6689475" y="759480"/>
            <a:ext cx="485336" cy="200339"/>
          </a:xfrm>
          <a:prstGeom prst="rightArrow">
            <a:avLst/>
          </a:prstGeom>
          <a:solidFill>
            <a:schemeClr val="bg1">
              <a:lumMod val="60000"/>
              <a:lumOff val="4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pic>
        <p:nvPicPr>
          <p:cNvPr id="4" name="תמונה 4">
            <a:extLst>
              <a:ext uri="{FF2B5EF4-FFF2-40B4-BE49-F238E27FC236}">
                <a16:creationId xmlns:a16="http://schemas.microsoft.com/office/drawing/2014/main" id="{30C9FCF6-85C1-27C9-73CA-0437ADE2F996}"/>
              </a:ext>
            </a:extLst>
          </p:cNvPr>
          <p:cNvPicPr>
            <a:picLocks noChangeAspect="1"/>
          </p:cNvPicPr>
          <p:nvPr/>
        </p:nvPicPr>
        <p:blipFill>
          <a:blip r:embed="rId7"/>
          <a:srcRect b="53100"/>
          <a:stretch>
            <a:fillRect/>
          </a:stretch>
        </p:blipFill>
        <p:spPr>
          <a:xfrm>
            <a:off x="324155" y="1261944"/>
            <a:ext cx="1691489" cy="3626580"/>
          </a:xfrm>
          <a:prstGeom prst="rect">
            <a:avLst/>
          </a:prstGeom>
        </p:spPr>
      </p:pic>
      <p:pic>
        <p:nvPicPr>
          <p:cNvPr id="5" name="תמונה 8">
            <a:extLst>
              <a:ext uri="{FF2B5EF4-FFF2-40B4-BE49-F238E27FC236}">
                <a16:creationId xmlns:a16="http://schemas.microsoft.com/office/drawing/2014/main" id="{EF66158C-A142-A8F2-B577-A4E9CDA05751}"/>
              </a:ext>
            </a:extLst>
          </p:cNvPr>
          <p:cNvPicPr>
            <a:picLocks noChangeAspect="1"/>
          </p:cNvPicPr>
          <p:nvPr/>
        </p:nvPicPr>
        <p:blipFill>
          <a:blip r:embed="rId7"/>
          <a:srcRect t="48814" b="15189"/>
          <a:stretch>
            <a:fillRect/>
          </a:stretch>
        </p:blipFill>
        <p:spPr>
          <a:xfrm>
            <a:off x="2117247" y="1261944"/>
            <a:ext cx="1610959" cy="2651046"/>
          </a:xfrm>
          <a:prstGeom prst="rect">
            <a:avLst/>
          </a:prstGeom>
        </p:spPr>
      </p:pic>
      <p:pic>
        <p:nvPicPr>
          <p:cNvPr id="6" name="תמונה 12">
            <a:extLst>
              <a:ext uri="{FF2B5EF4-FFF2-40B4-BE49-F238E27FC236}">
                <a16:creationId xmlns:a16="http://schemas.microsoft.com/office/drawing/2014/main" id="{F1F7DE6E-CA1E-D1C3-6C04-4AAAF9281C1D}"/>
              </a:ext>
            </a:extLst>
          </p:cNvPr>
          <p:cNvPicPr>
            <a:picLocks noChangeAspect="1"/>
          </p:cNvPicPr>
          <p:nvPr/>
        </p:nvPicPr>
        <p:blipFill>
          <a:blip r:embed="rId7"/>
          <a:srcRect t="95829"/>
          <a:stretch>
            <a:fillRect/>
          </a:stretch>
        </p:blipFill>
        <p:spPr>
          <a:xfrm>
            <a:off x="2117247" y="3912990"/>
            <a:ext cx="1610959" cy="307176"/>
          </a:xfrm>
          <a:prstGeom prst="rect">
            <a:avLst/>
          </a:prstGeom>
        </p:spPr>
      </p:pic>
      <p:pic>
        <p:nvPicPr>
          <p:cNvPr id="7" name="תמונה 13">
            <a:extLst>
              <a:ext uri="{FF2B5EF4-FFF2-40B4-BE49-F238E27FC236}">
                <a16:creationId xmlns:a16="http://schemas.microsoft.com/office/drawing/2014/main" id="{5263B894-5B1C-03A1-9F36-D3791A709E67}"/>
              </a:ext>
            </a:extLst>
          </p:cNvPr>
          <p:cNvPicPr>
            <a:picLocks noChangeAspect="1"/>
          </p:cNvPicPr>
          <p:nvPr/>
        </p:nvPicPr>
        <p:blipFill>
          <a:blip r:embed="rId5"/>
          <a:srcRect l="42220" t="18875" r="42582" b="17064"/>
          <a:stretch>
            <a:fillRect/>
          </a:stretch>
        </p:blipFill>
        <p:spPr>
          <a:xfrm>
            <a:off x="3481105" y="3973667"/>
            <a:ext cx="132253" cy="185821"/>
          </a:xfrm>
          <a:prstGeom prst="rect">
            <a:avLst/>
          </a:prstGeom>
        </p:spPr>
      </p:pic>
      <p:sp>
        <p:nvSpPr>
          <p:cNvPr id="8" name="Rectangle 2">
            <a:extLst>
              <a:ext uri="{FF2B5EF4-FFF2-40B4-BE49-F238E27FC236}">
                <a16:creationId xmlns:a16="http://schemas.microsoft.com/office/drawing/2014/main" id="{80BC8335-29E8-E012-6E1E-2E854E5F33FF}"/>
              </a:ext>
            </a:extLst>
          </p:cNvPr>
          <p:cNvSpPr>
            <a:spLocks noChangeArrowheads="1"/>
          </p:cNvSpPr>
          <p:nvPr/>
        </p:nvSpPr>
        <p:spPr bwMode="auto">
          <a:xfrm>
            <a:off x="1345217" y="922733"/>
            <a:ext cx="144558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US" sz="1400" b="1" dirty="0"/>
              <a:t>Community Page</a:t>
            </a:r>
            <a:endParaRPr kumimoji="0" lang="en-IL" altLang="en-IL" sz="1400" b="1"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C26C85E3-2668-73ED-37DA-FCBA14960F00}"/>
              </a:ext>
            </a:extLst>
          </p:cNvPr>
          <p:cNvSpPr/>
          <p:nvPr/>
        </p:nvSpPr>
        <p:spPr>
          <a:xfrm>
            <a:off x="392430" y="1333500"/>
            <a:ext cx="102870" cy="133350"/>
          </a:xfrm>
          <a:prstGeom prst="rect">
            <a:avLst/>
          </a:prstGeom>
          <a:solidFill>
            <a:srgbClr val="FBF9F4"/>
          </a:solidFill>
          <a:ln>
            <a:solidFill>
              <a:srgbClr val="FBF9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1833465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F0BB3-9AB9-A322-9F1F-DEC1C698DB9F}"/>
            </a:ext>
          </a:extLst>
        </p:cNvPr>
        <p:cNvGrpSpPr/>
        <p:nvPr/>
      </p:nvGrpSpPr>
      <p:grpSpPr>
        <a:xfrm>
          <a:off x="0" y="0"/>
          <a:ext cx="0" cy="0"/>
          <a:chOff x="0" y="0"/>
          <a:chExt cx="0" cy="0"/>
        </a:xfrm>
      </p:grpSpPr>
      <p:sp>
        <p:nvSpPr>
          <p:cNvPr id="17" name="TextBox 15">
            <a:extLst>
              <a:ext uri="{FF2B5EF4-FFF2-40B4-BE49-F238E27FC236}">
                <a16:creationId xmlns:a16="http://schemas.microsoft.com/office/drawing/2014/main" id="{70134A6F-79FD-F26F-FE71-8E7CD606938A}"/>
              </a:ext>
            </a:extLst>
          </p:cNvPr>
          <p:cNvSpPr txBox="1"/>
          <p:nvPr/>
        </p:nvSpPr>
        <p:spPr>
          <a:xfrm>
            <a:off x="105688" y="-7315"/>
            <a:ext cx="4825758" cy="769441"/>
          </a:xfrm>
          <a:prstGeom prst="rect">
            <a:avLst/>
          </a:prstGeom>
          <a:noFill/>
        </p:spPr>
        <p:txBody>
          <a:bodyPr wrap="square" rtlCol="0">
            <a:spAutoFit/>
          </a:bodyPr>
          <a:lstStyle/>
          <a:p>
            <a:r>
              <a:rPr lang="en-US" sz="4400" b="1" dirty="0">
                <a:solidFill>
                  <a:srgbClr val="CC9900"/>
                </a:solidFill>
                <a:latin typeface="Britannic Bold" panose="020B0903060703020204" pitchFamily="34" charset="0"/>
              </a:rPr>
              <a:t>App Screen Design</a:t>
            </a:r>
            <a:endParaRPr lang="en-IL" sz="4400" dirty="0">
              <a:latin typeface="Britannic Bold" panose="020B0903060703020204" pitchFamily="34" charset="0"/>
            </a:endParaRPr>
          </a:p>
        </p:txBody>
      </p:sp>
      <p:pic>
        <p:nvPicPr>
          <p:cNvPr id="19" name="תמונה 18">
            <a:extLst>
              <a:ext uri="{FF2B5EF4-FFF2-40B4-BE49-F238E27FC236}">
                <a16:creationId xmlns:a16="http://schemas.microsoft.com/office/drawing/2014/main" id="{B98C6779-B5D5-63AC-CE0D-8D2E755B3345}"/>
              </a:ext>
            </a:extLst>
          </p:cNvPr>
          <p:cNvPicPr>
            <a:picLocks noChangeAspect="1"/>
          </p:cNvPicPr>
          <p:nvPr/>
        </p:nvPicPr>
        <p:blipFill>
          <a:blip r:embed="rId3"/>
          <a:srcRect b="69930"/>
          <a:stretch>
            <a:fillRect/>
          </a:stretch>
        </p:blipFill>
        <p:spPr>
          <a:xfrm>
            <a:off x="3604956" y="1594951"/>
            <a:ext cx="1364090" cy="3414497"/>
          </a:xfrm>
          <a:prstGeom prst="rect">
            <a:avLst/>
          </a:prstGeom>
        </p:spPr>
      </p:pic>
      <p:pic>
        <p:nvPicPr>
          <p:cNvPr id="23" name="תמונה 22">
            <a:extLst>
              <a:ext uri="{FF2B5EF4-FFF2-40B4-BE49-F238E27FC236}">
                <a16:creationId xmlns:a16="http://schemas.microsoft.com/office/drawing/2014/main" id="{AD776184-34A8-3F27-1741-114E49EF0493}"/>
              </a:ext>
            </a:extLst>
          </p:cNvPr>
          <p:cNvPicPr>
            <a:picLocks noChangeAspect="1"/>
          </p:cNvPicPr>
          <p:nvPr/>
        </p:nvPicPr>
        <p:blipFill>
          <a:blip r:embed="rId3"/>
          <a:srcRect t="30123" b="29043"/>
          <a:stretch>
            <a:fillRect/>
          </a:stretch>
        </p:blipFill>
        <p:spPr>
          <a:xfrm>
            <a:off x="5073493" y="181235"/>
            <a:ext cx="1337518" cy="4575122"/>
          </a:xfrm>
          <a:prstGeom prst="rect">
            <a:avLst/>
          </a:prstGeom>
        </p:spPr>
      </p:pic>
      <p:pic>
        <p:nvPicPr>
          <p:cNvPr id="30" name="תמונה 29">
            <a:extLst>
              <a:ext uri="{FF2B5EF4-FFF2-40B4-BE49-F238E27FC236}">
                <a16:creationId xmlns:a16="http://schemas.microsoft.com/office/drawing/2014/main" id="{FB347427-00CD-E30E-4329-EBD07F9EABC0}"/>
              </a:ext>
            </a:extLst>
          </p:cNvPr>
          <p:cNvPicPr>
            <a:picLocks noChangeAspect="1"/>
          </p:cNvPicPr>
          <p:nvPr/>
        </p:nvPicPr>
        <p:blipFill>
          <a:blip r:embed="rId3"/>
          <a:srcRect t="97483"/>
          <a:stretch>
            <a:fillRect/>
          </a:stretch>
        </p:blipFill>
        <p:spPr>
          <a:xfrm>
            <a:off x="5073493" y="4727342"/>
            <a:ext cx="1337518" cy="282106"/>
          </a:xfrm>
          <a:prstGeom prst="rect">
            <a:avLst/>
          </a:prstGeom>
        </p:spPr>
      </p:pic>
      <p:pic>
        <p:nvPicPr>
          <p:cNvPr id="32" name="תמונה 31">
            <a:extLst>
              <a:ext uri="{FF2B5EF4-FFF2-40B4-BE49-F238E27FC236}">
                <a16:creationId xmlns:a16="http://schemas.microsoft.com/office/drawing/2014/main" id="{1213E94D-A8EB-88B1-C863-FA9D2F33B103}"/>
              </a:ext>
            </a:extLst>
          </p:cNvPr>
          <p:cNvPicPr>
            <a:picLocks noChangeAspect="1"/>
          </p:cNvPicPr>
          <p:nvPr/>
        </p:nvPicPr>
        <p:blipFill>
          <a:blip r:embed="rId4"/>
          <a:srcRect l="42220" t="18875" r="42582" b="17064"/>
          <a:stretch>
            <a:fillRect/>
          </a:stretch>
        </p:blipFill>
        <p:spPr>
          <a:xfrm>
            <a:off x="6167334" y="4776444"/>
            <a:ext cx="132253" cy="185821"/>
          </a:xfrm>
          <a:prstGeom prst="rect">
            <a:avLst/>
          </a:prstGeom>
        </p:spPr>
      </p:pic>
      <p:sp>
        <p:nvSpPr>
          <p:cNvPr id="33" name="Rectangle 2">
            <a:extLst>
              <a:ext uri="{FF2B5EF4-FFF2-40B4-BE49-F238E27FC236}">
                <a16:creationId xmlns:a16="http://schemas.microsoft.com/office/drawing/2014/main" id="{5EDAD6B0-6651-AEB8-72E3-EADDA623575F}"/>
              </a:ext>
            </a:extLst>
          </p:cNvPr>
          <p:cNvSpPr>
            <a:spLocks noChangeArrowheads="1"/>
          </p:cNvSpPr>
          <p:nvPr/>
        </p:nvSpPr>
        <p:spPr bwMode="auto">
          <a:xfrm>
            <a:off x="2803352" y="1186136"/>
            <a:ext cx="103836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US" sz="1400" b="1" dirty="0"/>
              <a:t>Rights Page</a:t>
            </a:r>
            <a:endParaRPr kumimoji="0" lang="en-IL" altLang="en-IL" sz="1400" b="1" i="0" u="none" strike="noStrike" cap="none" normalizeH="0" baseline="0" dirty="0">
              <a:ln>
                <a:noFill/>
              </a:ln>
              <a:solidFill>
                <a:schemeClr val="tx1"/>
              </a:solidFill>
              <a:effectLst/>
              <a:latin typeface="Arial" panose="020B0604020202020204" pitchFamily="34" charset="0"/>
            </a:endParaRPr>
          </a:p>
        </p:txBody>
      </p:sp>
      <p:pic>
        <p:nvPicPr>
          <p:cNvPr id="39" name="תמונה 38">
            <a:extLst>
              <a:ext uri="{FF2B5EF4-FFF2-40B4-BE49-F238E27FC236}">
                <a16:creationId xmlns:a16="http://schemas.microsoft.com/office/drawing/2014/main" id="{ADF24874-5E87-0177-9132-9FC01354865C}"/>
              </a:ext>
            </a:extLst>
          </p:cNvPr>
          <p:cNvPicPr>
            <a:picLocks noChangeAspect="1"/>
          </p:cNvPicPr>
          <p:nvPr/>
        </p:nvPicPr>
        <p:blipFill>
          <a:blip r:embed="rId5"/>
          <a:srcRect b="61231"/>
          <a:stretch>
            <a:fillRect/>
          </a:stretch>
        </p:blipFill>
        <p:spPr>
          <a:xfrm>
            <a:off x="7259192" y="399221"/>
            <a:ext cx="1344359" cy="2067532"/>
          </a:xfrm>
          <a:prstGeom prst="rect">
            <a:avLst/>
          </a:prstGeom>
        </p:spPr>
      </p:pic>
      <p:pic>
        <p:nvPicPr>
          <p:cNvPr id="53" name="תמונה 52">
            <a:extLst>
              <a:ext uri="{FF2B5EF4-FFF2-40B4-BE49-F238E27FC236}">
                <a16:creationId xmlns:a16="http://schemas.microsoft.com/office/drawing/2014/main" id="{32738EA3-44C5-2D86-B543-A13D170E62F9}"/>
              </a:ext>
            </a:extLst>
          </p:cNvPr>
          <p:cNvPicPr>
            <a:picLocks noChangeAspect="1"/>
          </p:cNvPicPr>
          <p:nvPr/>
        </p:nvPicPr>
        <p:blipFill>
          <a:blip r:embed="rId6"/>
          <a:srcRect t="24430" b="22626"/>
          <a:stretch>
            <a:fillRect/>
          </a:stretch>
        </p:blipFill>
        <p:spPr>
          <a:xfrm>
            <a:off x="7259194" y="4716609"/>
            <a:ext cx="1344357" cy="282106"/>
          </a:xfrm>
          <a:prstGeom prst="rect">
            <a:avLst/>
          </a:prstGeom>
        </p:spPr>
      </p:pic>
      <p:sp>
        <p:nvSpPr>
          <p:cNvPr id="54" name="Rectangle 2">
            <a:extLst>
              <a:ext uri="{FF2B5EF4-FFF2-40B4-BE49-F238E27FC236}">
                <a16:creationId xmlns:a16="http://schemas.microsoft.com/office/drawing/2014/main" id="{3DE13ED8-3005-6A01-9FBD-1AB86D417C81}"/>
              </a:ext>
            </a:extLst>
          </p:cNvPr>
          <p:cNvSpPr>
            <a:spLocks noChangeArrowheads="1"/>
          </p:cNvSpPr>
          <p:nvPr/>
        </p:nvSpPr>
        <p:spPr bwMode="auto">
          <a:xfrm>
            <a:off x="7479078" y="27346"/>
            <a:ext cx="9198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US" sz="1400" b="1" dirty="0"/>
              <a:t>Map Page</a:t>
            </a:r>
            <a:endParaRPr kumimoji="0" lang="en-IL" altLang="en-IL" sz="1400" b="1" i="0" u="none" strike="noStrike" cap="none" normalizeH="0" baseline="0" dirty="0">
              <a:ln>
                <a:noFill/>
              </a:ln>
              <a:solidFill>
                <a:schemeClr val="tx1"/>
              </a:solidFill>
              <a:effectLst/>
              <a:latin typeface="Arial" panose="020B0604020202020204" pitchFamily="34" charset="0"/>
            </a:endParaRPr>
          </a:p>
        </p:txBody>
      </p:sp>
      <p:pic>
        <p:nvPicPr>
          <p:cNvPr id="2" name="תמונה 38">
            <a:extLst>
              <a:ext uri="{FF2B5EF4-FFF2-40B4-BE49-F238E27FC236}">
                <a16:creationId xmlns:a16="http://schemas.microsoft.com/office/drawing/2014/main" id="{50AE0532-452F-A072-BE8E-4F1FC27346A4}"/>
              </a:ext>
            </a:extLst>
          </p:cNvPr>
          <p:cNvPicPr>
            <a:picLocks noChangeAspect="1"/>
          </p:cNvPicPr>
          <p:nvPr/>
        </p:nvPicPr>
        <p:blipFill>
          <a:blip r:embed="rId5"/>
          <a:srcRect t="38140" b="17688"/>
          <a:stretch>
            <a:fillRect/>
          </a:stretch>
        </p:blipFill>
        <p:spPr>
          <a:xfrm>
            <a:off x="7259191" y="2360778"/>
            <a:ext cx="1344359" cy="2355831"/>
          </a:xfrm>
          <a:prstGeom prst="rect">
            <a:avLst/>
          </a:prstGeom>
        </p:spPr>
      </p:pic>
      <p:sp>
        <p:nvSpPr>
          <p:cNvPr id="3" name="Rectangle 2">
            <a:extLst>
              <a:ext uri="{FF2B5EF4-FFF2-40B4-BE49-F238E27FC236}">
                <a16:creationId xmlns:a16="http://schemas.microsoft.com/office/drawing/2014/main" id="{7420B0E2-E9BA-DF82-3A10-DC55AC4518EC}"/>
              </a:ext>
            </a:extLst>
          </p:cNvPr>
          <p:cNvSpPr/>
          <p:nvPr/>
        </p:nvSpPr>
        <p:spPr>
          <a:xfrm>
            <a:off x="7287696" y="420263"/>
            <a:ext cx="125040" cy="123285"/>
          </a:xfrm>
          <a:prstGeom prst="rect">
            <a:avLst/>
          </a:prstGeom>
          <a:solidFill>
            <a:srgbClr val="FBF9F4"/>
          </a:solidFill>
          <a:ln>
            <a:solidFill>
              <a:srgbClr val="FBF9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 name="Rectangle 3">
            <a:extLst>
              <a:ext uri="{FF2B5EF4-FFF2-40B4-BE49-F238E27FC236}">
                <a16:creationId xmlns:a16="http://schemas.microsoft.com/office/drawing/2014/main" id="{1C1828FB-FF39-7CA3-83D7-AF043D36BFD6}"/>
              </a:ext>
            </a:extLst>
          </p:cNvPr>
          <p:cNvSpPr/>
          <p:nvPr/>
        </p:nvSpPr>
        <p:spPr>
          <a:xfrm>
            <a:off x="3664371" y="1661627"/>
            <a:ext cx="102870" cy="133350"/>
          </a:xfrm>
          <a:prstGeom prst="rect">
            <a:avLst/>
          </a:prstGeom>
          <a:solidFill>
            <a:srgbClr val="FBF9F4"/>
          </a:solidFill>
          <a:ln>
            <a:solidFill>
              <a:srgbClr val="FBF9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pic>
        <p:nvPicPr>
          <p:cNvPr id="15" name="Picture 14">
            <a:extLst>
              <a:ext uri="{FF2B5EF4-FFF2-40B4-BE49-F238E27FC236}">
                <a16:creationId xmlns:a16="http://schemas.microsoft.com/office/drawing/2014/main" id="{36B038A1-5265-9F29-FFDF-0FBE66D4C509}"/>
              </a:ext>
            </a:extLst>
          </p:cNvPr>
          <p:cNvPicPr>
            <a:picLocks noChangeAspect="1"/>
          </p:cNvPicPr>
          <p:nvPr/>
        </p:nvPicPr>
        <p:blipFill>
          <a:blip r:embed="rId7"/>
          <a:stretch/>
        </p:blipFill>
        <p:spPr>
          <a:xfrm>
            <a:off x="4201397" y="3486814"/>
            <a:ext cx="827180" cy="276617"/>
          </a:xfrm>
          <a:prstGeom prst="rect">
            <a:avLst/>
          </a:prstGeom>
        </p:spPr>
      </p:pic>
      <p:pic>
        <p:nvPicPr>
          <p:cNvPr id="22" name="Picture 21">
            <a:extLst>
              <a:ext uri="{FF2B5EF4-FFF2-40B4-BE49-F238E27FC236}">
                <a16:creationId xmlns:a16="http://schemas.microsoft.com/office/drawing/2014/main" id="{BF5BFA0E-1F95-BA00-3870-3CDCACCF991D}"/>
              </a:ext>
            </a:extLst>
          </p:cNvPr>
          <p:cNvPicPr>
            <a:picLocks noChangeAspect="1"/>
          </p:cNvPicPr>
          <p:nvPr/>
        </p:nvPicPr>
        <p:blipFill>
          <a:blip r:embed="rId7"/>
          <a:stretch/>
        </p:blipFill>
        <p:spPr>
          <a:xfrm>
            <a:off x="4201397" y="4655813"/>
            <a:ext cx="827180" cy="276617"/>
          </a:xfrm>
          <a:prstGeom prst="rect">
            <a:avLst/>
          </a:prstGeom>
        </p:spPr>
      </p:pic>
      <p:pic>
        <p:nvPicPr>
          <p:cNvPr id="24" name="Picture 23">
            <a:extLst>
              <a:ext uri="{FF2B5EF4-FFF2-40B4-BE49-F238E27FC236}">
                <a16:creationId xmlns:a16="http://schemas.microsoft.com/office/drawing/2014/main" id="{2CBABB5E-558A-39A2-151A-61D8EC8B223D}"/>
              </a:ext>
            </a:extLst>
          </p:cNvPr>
          <p:cNvPicPr>
            <a:picLocks noChangeAspect="1"/>
          </p:cNvPicPr>
          <p:nvPr/>
        </p:nvPicPr>
        <p:blipFill>
          <a:blip r:embed="rId7"/>
          <a:stretch/>
        </p:blipFill>
        <p:spPr>
          <a:xfrm>
            <a:off x="5645232" y="948907"/>
            <a:ext cx="827180" cy="276617"/>
          </a:xfrm>
          <a:prstGeom prst="rect">
            <a:avLst/>
          </a:prstGeom>
        </p:spPr>
      </p:pic>
      <p:pic>
        <p:nvPicPr>
          <p:cNvPr id="26" name="Picture 25">
            <a:extLst>
              <a:ext uri="{FF2B5EF4-FFF2-40B4-BE49-F238E27FC236}">
                <a16:creationId xmlns:a16="http://schemas.microsoft.com/office/drawing/2014/main" id="{F88E8BDF-B259-8751-B0E8-A95F5FD34DB4}"/>
              </a:ext>
            </a:extLst>
          </p:cNvPr>
          <p:cNvPicPr>
            <a:picLocks noChangeAspect="1"/>
          </p:cNvPicPr>
          <p:nvPr/>
        </p:nvPicPr>
        <p:blipFill>
          <a:blip r:embed="rId7"/>
          <a:stretch/>
        </p:blipFill>
        <p:spPr>
          <a:xfrm>
            <a:off x="5629877" y="3238301"/>
            <a:ext cx="862260" cy="288348"/>
          </a:xfrm>
          <a:prstGeom prst="rect">
            <a:avLst/>
          </a:prstGeom>
        </p:spPr>
      </p:pic>
      <p:pic>
        <p:nvPicPr>
          <p:cNvPr id="27" name="Picture 26">
            <a:extLst>
              <a:ext uri="{FF2B5EF4-FFF2-40B4-BE49-F238E27FC236}">
                <a16:creationId xmlns:a16="http://schemas.microsoft.com/office/drawing/2014/main" id="{8226B060-0BA2-9917-06E8-B7A8BBD88C1B}"/>
              </a:ext>
            </a:extLst>
          </p:cNvPr>
          <p:cNvPicPr>
            <a:picLocks noChangeAspect="1"/>
          </p:cNvPicPr>
          <p:nvPr/>
        </p:nvPicPr>
        <p:blipFill>
          <a:blip r:embed="rId7"/>
          <a:stretch/>
        </p:blipFill>
        <p:spPr>
          <a:xfrm>
            <a:off x="5629877" y="4392853"/>
            <a:ext cx="862260" cy="288348"/>
          </a:xfrm>
          <a:prstGeom prst="rect">
            <a:avLst/>
          </a:prstGeom>
        </p:spPr>
      </p:pic>
      <p:pic>
        <p:nvPicPr>
          <p:cNvPr id="28" name="Picture 27">
            <a:extLst>
              <a:ext uri="{FF2B5EF4-FFF2-40B4-BE49-F238E27FC236}">
                <a16:creationId xmlns:a16="http://schemas.microsoft.com/office/drawing/2014/main" id="{CC5479DF-2E24-27E5-C35F-24EABEDA5F26}"/>
              </a:ext>
            </a:extLst>
          </p:cNvPr>
          <p:cNvPicPr>
            <a:picLocks noChangeAspect="1"/>
          </p:cNvPicPr>
          <p:nvPr/>
        </p:nvPicPr>
        <p:blipFill>
          <a:blip r:embed="rId7"/>
          <a:stretch/>
        </p:blipFill>
        <p:spPr>
          <a:xfrm>
            <a:off x="5613359" y="2089207"/>
            <a:ext cx="862260" cy="288348"/>
          </a:xfrm>
          <a:prstGeom prst="rect">
            <a:avLst/>
          </a:prstGeom>
        </p:spPr>
      </p:pic>
      <p:sp>
        <p:nvSpPr>
          <p:cNvPr id="29" name="Rectangle 28">
            <a:extLst>
              <a:ext uri="{FF2B5EF4-FFF2-40B4-BE49-F238E27FC236}">
                <a16:creationId xmlns:a16="http://schemas.microsoft.com/office/drawing/2014/main" id="{422AD50B-96C1-84F1-18D3-8D7E6F2247FC}"/>
              </a:ext>
            </a:extLst>
          </p:cNvPr>
          <p:cNvSpPr/>
          <p:nvPr/>
        </p:nvSpPr>
        <p:spPr>
          <a:xfrm>
            <a:off x="3708479" y="3541042"/>
            <a:ext cx="314325" cy="157766"/>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Rectangle 30">
            <a:extLst>
              <a:ext uri="{FF2B5EF4-FFF2-40B4-BE49-F238E27FC236}">
                <a16:creationId xmlns:a16="http://schemas.microsoft.com/office/drawing/2014/main" id="{E3ABCEEB-EDB8-C074-4762-D20119CC63BB}"/>
              </a:ext>
            </a:extLst>
          </p:cNvPr>
          <p:cNvSpPr/>
          <p:nvPr/>
        </p:nvSpPr>
        <p:spPr>
          <a:xfrm>
            <a:off x="3693162" y="4695594"/>
            <a:ext cx="314325" cy="157766"/>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4" name="Rectangle 33">
            <a:extLst>
              <a:ext uri="{FF2B5EF4-FFF2-40B4-BE49-F238E27FC236}">
                <a16:creationId xmlns:a16="http://schemas.microsoft.com/office/drawing/2014/main" id="{E058F25C-9DE1-4CE1-6B8B-ABDF7E7DE6D6}"/>
              </a:ext>
            </a:extLst>
          </p:cNvPr>
          <p:cNvSpPr/>
          <p:nvPr/>
        </p:nvSpPr>
        <p:spPr>
          <a:xfrm>
            <a:off x="5188860" y="951551"/>
            <a:ext cx="314325" cy="157766"/>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5" name="Rectangle 34">
            <a:extLst>
              <a:ext uri="{FF2B5EF4-FFF2-40B4-BE49-F238E27FC236}">
                <a16:creationId xmlns:a16="http://schemas.microsoft.com/office/drawing/2014/main" id="{1B631676-688B-ECAA-4F3E-B14457C7377C}"/>
              </a:ext>
            </a:extLst>
          </p:cNvPr>
          <p:cNvSpPr/>
          <p:nvPr/>
        </p:nvSpPr>
        <p:spPr>
          <a:xfrm>
            <a:off x="5188860" y="4402626"/>
            <a:ext cx="314325" cy="157766"/>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6" name="Rectangle 35">
            <a:extLst>
              <a:ext uri="{FF2B5EF4-FFF2-40B4-BE49-F238E27FC236}">
                <a16:creationId xmlns:a16="http://schemas.microsoft.com/office/drawing/2014/main" id="{49A50180-532A-49DC-0683-675B28A3D493}"/>
              </a:ext>
            </a:extLst>
          </p:cNvPr>
          <p:cNvSpPr/>
          <p:nvPr/>
        </p:nvSpPr>
        <p:spPr>
          <a:xfrm>
            <a:off x="5186264" y="2154498"/>
            <a:ext cx="314325" cy="157766"/>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7" name="Rectangle 36">
            <a:extLst>
              <a:ext uri="{FF2B5EF4-FFF2-40B4-BE49-F238E27FC236}">
                <a16:creationId xmlns:a16="http://schemas.microsoft.com/office/drawing/2014/main" id="{37FFA7A2-2F71-8433-6660-0F268CD9ABA4}"/>
              </a:ext>
            </a:extLst>
          </p:cNvPr>
          <p:cNvSpPr/>
          <p:nvPr/>
        </p:nvSpPr>
        <p:spPr>
          <a:xfrm>
            <a:off x="5186263" y="3297502"/>
            <a:ext cx="314325" cy="157766"/>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pic>
        <p:nvPicPr>
          <p:cNvPr id="41" name="Picture 40">
            <a:extLst>
              <a:ext uri="{FF2B5EF4-FFF2-40B4-BE49-F238E27FC236}">
                <a16:creationId xmlns:a16="http://schemas.microsoft.com/office/drawing/2014/main" id="{067CEF33-AA95-05DA-C55B-6BDDCD239CA1}"/>
              </a:ext>
            </a:extLst>
          </p:cNvPr>
          <p:cNvPicPr>
            <a:picLocks noChangeAspect="1"/>
          </p:cNvPicPr>
          <p:nvPr/>
        </p:nvPicPr>
        <p:blipFill>
          <a:blip r:embed="rId8"/>
          <a:srcRect b="54918"/>
          <a:stretch>
            <a:fillRect/>
          </a:stretch>
        </p:blipFill>
        <p:spPr>
          <a:xfrm>
            <a:off x="1587817" y="1554963"/>
            <a:ext cx="1465707" cy="3443752"/>
          </a:xfrm>
          <a:prstGeom prst="rect">
            <a:avLst/>
          </a:prstGeom>
        </p:spPr>
      </p:pic>
      <p:sp>
        <p:nvSpPr>
          <p:cNvPr id="45" name="Arrow: Right 44">
            <a:extLst>
              <a:ext uri="{FF2B5EF4-FFF2-40B4-BE49-F238E27FC236}">
                <a16:creationId xmlns:a16="http://schemas.microsoft.com/office/drawing/2014/main" id="{82DE1D44-6902-C67E-186B-057A53BB5F0C}"/>
              </a:ext>
            </a:extLst>
          </p:cNvPr>
          <p:cNvSpPr/>
          <p:nvPr/>
        </p:nvSpPr>
        <p:spPr>
          <a:xfrm rot="10800000">
            <a:off x="3084096" y="4232929"/>
            <a:ext cx="485336" cy="200339"/>
          </a:xfrm>
          <a:prstGeom prst="rightArrow">
            <a:avLst/>
          </a:prstGeom>
          <a:solidFill>
            <a:schemeClr val="bg1">
              <a:lumMod val="60000"/>
              <a:lumOff val="4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pic>
        <p:nvPicPr>
          <p:cNvPr id="48" name="Picture 47">
            <a:extLst>
              <a:ext uri="{FF2B5EF4-FFF2-40B4-BE49-F238E27FC236}">
                <a16:creationId xmlns:a16="http://schemas.microsoft.com/office/drawing/2014/main" id="{D38AB501-300B-8A38-F562-51F5F5A34890}"/>
              </a:ext>
            </a:extLst>
          </p:cNvPr>
          <p:cNvPicPr>
            <a:picLocks noChangeAspect="1"/>
          </p:cNvPicPr>
          <p:nvPr/>
        </p:nvPicPr>
        <p:blipFill>
          <a:blip r:embed="rId9"/>
          <a:srcRect t="44873"/>
          <a:stretch>
            <a:fillRect/>
          </a:stretch>
        </p:blipFill>
        <p:spPr>
          <a:xfrm>
            <a:off x="171921" y="1191701"/>
            <a:ext cx="1326599" cy="3811427"/>
          </a:xfrm>
          <a:prstGeom prst="rect">
            <a:avLst/>
          </a:prstGeom>
        </p:spPr>
      </p:pic>
      <p:pic>
        <p:nvPicPr>
          <p:cNvPr id="51" name="Picture 50">
            <a:extLst>
              <a:ext uri="{FF2B5EF4-FFF2-40B4-BE49-F238E27FC236}">
                <a16:creationId xmlns:a16="http://schemas.microsoft.com/office/drawing/2014/main" id="{71A7B797-DAD2-6873-FE75-32758B208F07}"/>
              </a:ext>
            </a:extLst>
          </p:cNvPr>
          <p:cNvPicPr>
            <a:picLocks noChangeAspect="1"/>
          </p:cNvPicPr>
          <p:nvPr/>
        </p:nvPicPr>
        <p:blipFill>
          <a:blip r:embed="rId10"/>
          <a:stretch/>
        </p:blipFill>
        <p:spPr>
          <a:xfrm>
            <a:off x="136397" y="4078108"/>
            <a:ext cx="770265" cy="513510"/>
          </a:xfrm>
          <a:prstGeom prst="rect">
            <a:avLst/>
          </a:prstGeom>
        </p:spPr>
      </p:pic>
      <p:pic>
        <p:nvPicPr>
          <p:cNvPr id="5" name="תמונה 4">
            <a:extLst>
              <a:ext uri="{FF2B5EF4-FFF2-40B4-BE49-F238E27FC236}">
                <a16:creationId xmlns:a16="http://schemas.microsoft.com/office/drawing/2014/main" id="{D2116A32-098B-590B-7BE2-7B549D7887C0}"/>
              </a:ext>
            </a:extLst>
          </p:cNvPr>
          <p:cNvPicPr>
            <a:picLocks noChangeAspect="1"/>
          </p:cNvPicPr>
          <p:nvPr/>
        </p:nvPicPr>
        <p:blipFill>
          <a:blip r:embed="rId4"/>
          <a:srcRect l="42220" t="18875" r="42582" b="17064"/>
          <a:stretch>
            <a:fillRect/>
          </a:stretch>
        </p:blipFill>
        <p:spPr>
          <a:xfrm>
            <a:off x="1270735" y="4776444"/>
            <a:ext cx="132253" cy="185821"/>
          </a:xfrm>
          <a:prstGeom prst="rect">
            <a:avLst/>
          </a:prstGeom>
        </p:spPr>
      </p:pic>
    </p:spTree>
    <p:extLst>
      <p:ext uri="{BB962C8B-B14F-4D97-AF65-F5344CB8AC3E}">
        <p14:creationId xmlns:p14="http://schemas.microsoft.com/office/powerpoint/2010/main" val="2612632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E1C46D77-DFD5-9F54-4B06-B707806B0D9E}"/>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92835861"/>
      </p:ext>
    </p:extLst>
  </p:cSld>
  <p:clrMapOvr>
    <a:masterClrMapping/>
  </p:clrMapOvr>
</p:sld>
</file>

<file path=ppt/theme/theme1.xml><?xml version="1.0" encoding="utf-8"?>
<a:theme xmlns:a="http://schemas.openxmlformats.org/drawingml/2006/main" name="Office 2013 - 2022 Theme">
  <a:themeElements>
    <a:clrScheme name="Custom 1">
      <a:dk1>
        <a:srgbClr val="4C6022"/>
      </a:dk1>
      <a:lt1>
        <a:sysClr val="window" lastClr="FFFFFF"/>
      </a:lt1>
      <a:dk2>
        <a:srgbClr val="44546A"/>
      </a:dk2>
      <a:lt2>
        <a:srgbClr val="E7E6E6"/>
      </a:lt2>
      <a:accent1>
        <a:srgbClr val="29AF8C"/>
      </a:accent1>
      <a:accent2>
        <a:srgbClr val="4C6022"/>
      </a:accent2>
      <a:accent3>
        <a:srgbClr val="3D9CCC"/>
      </a:accent3>
      <a:accent4>
        <a:srgbClr val="7C60C6"/>
      </a:accent4>
      <a:accent5>
        <a:srgbClr val="C9492C"/>
      </a:accent5>
      <a:accent6>
        <a:srgbClr val="D58C2E"/>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725</TotalTime>
  <Words>429</Words>
  <Application>Microsoft Office PowerPoint</Application>
  <PresentationFormat>‫הצגה על המסך (16:9)</PresentationFormat>
  <Paragraphs>105</Paragraphs>
  <Slides>15</Slides>
  <Notes>14</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15</vt:i4>
      </vt:variant>
    </vt:vector>
  </HeadingPairs>
  <TitlesOfParts>
    <vt:vector size="20" baseType="lpstr">
      <vt:lpstr>Calibri</vt:lpstr>
      <vt:lpstr>Britannic Bold</vt:lpstr>
      <vt:lpstr>Arial</vt:lpstr>
      <vt:lpstr>Calibri Light</vt:lpstr>
      <vt:lpstr>Office 2013 - 2022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חן גוליאן</cp:lastModifiedBy>
  <cp:revision>27</cp:revision>
  <dcterms:created xsi:type="dcterms:W3CDTF">2026-05-11T15:43:13Z</dcterms:created>
  <dcterms:modified xsi:type="dcterms:W3CDTF">2026-06-02T05:42:52Z</dcterms:modified>
</cp:coreProperties>
</file>